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38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87313"/>
            <a:ext cx="7772400" cy="1470025"/>
          </a:xfrm>
          <a:solidFill>
            <a:schemeClr val="bg1">
              <a:alpha val="39999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24325"/>
            <a:ext cx="6400800" cy="1752600"/>
          </a:xfrm>
          <a:ln w="9525">
            <a:noFill/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8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13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88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08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07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484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15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95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0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54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int1234ыярфенш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35213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3175">
            <a:solidFill>
              <a:srgbClr val="33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fld id="{B4C71EC6-210F-42DE-9C53-41977AD35B3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Century Gothic" pitchFamily="34" charset="0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99FF"/>
          </a:solidFill>
          <a:latin typeface="Century Gothic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645024"/>
            <a:ext cx="7772400" cy="1470025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ЛВС</a:t>
            </a:r>
          </a:p>
        </p:txBody>
      </p:sp>
    </p:spTree>
    <p:extLst>
      <p:ext uri="{BB962C8B-B14F-4D97-AF65-F5344CB8AC3E}">
        <p14:creationId xmlns:p14="http://schemas.microsoft.com/office/powerpoint/2010/main" val="1187296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Ларри Робертс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694680"/>
            <a:ext cx="3672408" cy="4844453"/>
          </a:xfrm>
        </p:spPr>
      </p:pic>
    </p:spTree>
    <p:extLst>
      <p:ext uri="{BB962C8B-B14F-4D97-AF65-F5344CB8AC3E}">
        <p14:creationId xmlns:p14="http://schemas.microsoft.com/office/powerpoint/2010/main" val="92934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Топологий "шина", </a:t>
            </a:r>
            <a:br>
              <a:rPr lang="ru-RU" dirty="0"/>
            </a:br>
            <a:r>
              <a:rPr lang="ru-RU" dirty="0"/>
              <a:t>"дерево" и "звезда"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08920"/>
            <a:ext cx="8682503" cy="2160240"/>
          </a:xfrm>
        </p:spPr>
      </p:pic>
    </p:spTree>
    <p:extLst>
      <p:ext uri="{BB962C8B-B14F-4D97-AF65-F5344CB8AC3E}">
        <p14:creationId xmlns:p14="http://schemas.microsoft.com/office/powerpoint/2010/main" val="265890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/>
          <a:lstStyle/>
          <a:p>
            <a:r>
              <a:rPr lang="ru-RU" dirty="0"/>
              <a:t>Топологий: "кольцо", "цепочка", "снежинка" и "сетка"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420888"/>
            <a:ext cx="8888141" cy="2376264"/>
          </a:xfrm>
        </p:spPr>
      </p:pic>
    </p:spTree>
    <p:extLst>
      <p:ext uri="{BB962C8B-B14F-4D97-AF65-F5344CB8AC3E}">
        <p14:creationId xmlns:p14="http://schemas.microsoft.com/office/powerpoint/2010/main" val="198760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958156"/>
              </p:ext>
            </p:extLst>
          </p:nvPr>
        </p:nvGraphicFramePr>
        <p:xfrm>
          <a:off x="555625" y="2285841"/>
          <a:ext cx="8032750" cy="3157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Характеристики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7945" marR="67945" marT="0" marB="0"/>
                </a:tc>
                <a:tc gridSpan="3"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Топология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7945" marR="67945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"Звезда"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"Кольцо"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"Шина"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Стоимость расширения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Присоединение абонентов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Пассивное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Активное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Пассивное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Защита от отказов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Размеры системы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Любые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Любые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Ограничены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Защищенность от прослушивания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Стоимость подключения 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Незначительная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Поведение системы при высоких нагрузках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Хорошее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Удовлетворительно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Плохое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Возможность работы в реальном режиме времени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Очень 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Плохая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Разводка кабеля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Удовлетворительная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Хорошая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Обслуживание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Очень хорошее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Среднее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Среднее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/>
          <a:lstStyle/>
          <a:p>
            <a:r>
              <a:rPr lang="ru-RU" sz="5400" dirty="0"/>
              <a:t>Спасибо за внимание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80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Edu globaliz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du globalization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u globaliz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u globaliz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u globaliz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u globaliz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u globaliz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u globaliz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u globaliz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13</TotalTime>
  <Words>106</Words>
  <Application>Microsoft Office PowerPoint</Application>
  <PresentationFormat>Экран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Century Gothic</vt:lpstr>
      <vt:lpstr>Times New Roman</vt:lpstr>
      <vt:lpstr>Тема1</vt:lpstr>
      <vt:lpstr>ЛВС</vt:lpstr>
      <vt:lpstr>Ларри Робертс</vt:lpstr>
      <vt:lpstr>Топологий "шина",  "дерево" и "звезда" </vt:lpstr>
      <vt:lpstr>Топологий: "кольцо", "цепочка", "снежинка" и "сетка"</vt:lpstr>
      <vt:lpstr>Презентация PowerPoint</vt:lpstr>
      <vt:lpstr>Спасибо за внимание.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РАЗВИТИЯ ЛОКАЛЬНЫХ СЕТЕЙ</dc:title>
  <dc:creator>555</dc:creator>
  <cp:lastModifiedBy>User</cp:lastModifiedBy>
  <cp:revision>5</cp:revision>
  <dcterms:created xsi:type="dcterms:W3CDTF">2017-05-16T20:57:00Z</dcterms:created>
  <dcterms:modified xsi:type="dcterms:W3CDTF">2024-02-13T07:00:26Z</dcterms:modified>
</cp:coreProperties>
</file>