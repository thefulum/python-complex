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63" r:id="rId5"/>
    <p:sldId id="257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387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B5738-C3A4-A515-D06B-925125D8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55F65A-443C-5B16-5A75-93440B354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182745-A5A2-24DB-0D3F-0AB283F6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623BA-64EC-3FE7-67BC-447F706B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999570-8652-4111-B88A-5B2B1880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22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11F89-9946-0799-D0D1-D8BA13FD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FEE21-659D-8EEC-1A63-BD18E3EC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C33777-12D8-870E-9449-0FADC3FF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AC9F86-DDAE-9FAC-11AC-5D3398B44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098F17-6A06-3F9F-E9A4-1CAB68AC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62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39532-8027-8907-9E36-E97E74A2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636517-347A-FE15-8047-07BF2BC20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BDE965-27F9-1DFE-3815-EF2EED9F0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317475-C53F-DBAB-52BF-4B429487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0EEEEF-A6A3-F99B-1183-AE69306B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57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FF324-A29B-AA42-EFE7-BCDEE0AC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F84967-F8A1-DDBB-B555-C8E6D3D71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AB5F4A-7892-C2C9-8F83-68077E34E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118214-0970-8213-D509-3739FE63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9E61BB-9B1C-E2DA-5FD2-741596A9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01AAA8-DCA4-0A06-F63A-AA60AF63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37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D080C-0B44-E2DA-4054-62C53F68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52CE17-0319-289C-733F-1EFDC39BC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773FCC-D9D9-D239-3D28-4FD19A33D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E5BDF5-F3F1-0BD1-6C61-AC9873010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756768-396B-E591-DA56-778B31847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1FDDF0-78AB-D991-5EC1-BDC69072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6732E6-5AD8-B9D4-C394-00C569BC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E61E02-8F8E-F2E2-763E-224D3E79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14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F2478-A30D-90AD-E01A-ACBFF224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BB9C1F-0DAE-C98E-18F2-7EA463F7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9457EF-3429-A324-2894-B73A03DB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0C04BE-033B-307B-E6A5-C82977A1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3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B81537-B57B-D118-0783-89DD64DC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421AEEE-6983-2EA8-6910-E9C485EE2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F9F233-24DF-D2CE-9C69-AE824B76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36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E189D-30F6-83E2-2DBC-72FAD46D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D9819-8AC5-676E-90CA-9FAB26EA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0BA882-B8E3-9BBF-3DCF-52E9B3FF7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47F7EE-14EA-6321-F8DC-E954AC74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E1CB64-5573-A46E-B7A1-D2F393C1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42D860-C803-5F90-A6B6-66E29061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86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03341-68D7-87EA-E9ED-1D47AFE0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16AD50-04B0-C8B7-10E0-64503CB4C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CCF707-54AB-1D49-CC11-2BCF0763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6F3A5C-B893-771E-51B8-4FFC3FE5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081061-00F8-1F11-3E59-9BF76A94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7C6C0F-0D7E-8E0C-9ECE-E801B3EB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2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51F03-62E7-0054-56D8-EFD87ADE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CD707A-1F1E-1DB3-852A-5E9C7120F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F4396-7DA6-7D33-BC18-D7C66869B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F3797A-BDB4-27B1-6D20-EF29C285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AE898-AEEB-2AE8-B514-B78FD3BC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8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0D45ACE-C324-FD92-7DD0-F1940DAE4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725E34-E3C8-36A0-34F9-6036FDB2C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90587F-FE5B-98E5-4441-DA06C0C3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87A5AA-B24E-010F-993E-31A70C0F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D2099-1294-71FC-2E41-D1C8C84C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63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E05C0-47C2-A7B7-0A06-1DE91DFF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EEB91-3D71-F769-B371-A410FACD5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25BA3A-F629-900B-1701-087748325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8EB18-29CD-4A0C-BE68-5B66BA99F25D}" type="datetimeFigureOut">
              <a:rPr lang="ru-RU" smtClean="0"/>
              <a:t>13.02.2024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314D01-856D-B3DB-AF33-BF19E7B74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8830B4-F334-9C9D-DDB7-00FFB117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31C2-1984-4F95-8905-C5A769D15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26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13" Type="http://schemas.openxmlformats.org/officeDocument/2006/relationships/slide" Target="slide23.xml"/><Relationship Id="rId3" Type="http://schemas.openxmlformats.org/officeDocument/2006/relationships/slide" Target="slide13.xml"/><Relationship Id="rId7" Type="http://schemas.openxmlformats.org/officeDocument/2006/relationships/slide" Target="slide17.xml"/><Relationship Id="rId12" Type="http://schemas.openxmlformats.org/officeDocument/2006/relationships/slide" Target="slide22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11" Type="http://schemas.openxmlformats.org/officeDocument/2006/relationships/slide" Target="slide21.xml"/><Relationship Id="rId5" Type="http://schemas.openxmlformats.org/officeDocument/2006/relationships/slide" Target="slide15.xml"/><Relationship Id="rId10" Type="http://schemas.openxmlformats.org/officeDocument/2006/relationships/slide" Target="slide20.xml"/><Relationship Id="rId4" Type="http://schemas.openxmlformats.org/officeDocument/2006/relationships/slide" Target="slide14.xml"/><Relationship Id="rId9" Type="http://schemas.openxmlformats.org/officeDocument/2006/relationships/slide" Target="slide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124744"/>
            <a:ext cx="7772400" cy="1470025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Интерфейс. Типы интерфейсов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810708"/>
            <a:ext cx="3960440" cy="357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31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616" y="692696"/>
            <a:ext cx="7113984" cy="475252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Интерфейс-совокупность технических и программных средств, обеспечивающих взаимодействие различных устройств.</a:t>
            </a:r>
          </a:p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Выделяют следующие виды интерфейсов: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1.аппаратный интерфейс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  <a:hlinkClick r:id="rId3" action="ppaction://hlinksldjump"/>
              </a:rPr>
              <a:t>2.программный интерфейс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  <a:hlinkClick r:id="rId4" action="ppaction://hlinksldjump"/>
              </a:rPr>
              <a:t>3.пользовательский интерфейс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18288" indent="0">
              <a:buNone/>
            </a:pPr>
            <a:endParaRPr lang="ru-RU" dirty="0"/>
          </a:p>
        </p:txBody>
      </p:sp>
      <p:sp>
        <p:nvSpPr>
          <p:cNvPr id="4" name="Управляющая кнопка: далее 3">
            <a:hlinkClick r:id="" action="ppaction://hlinkshowjump?jump=nextslide" highlightClick="1"/>
          </p:cNvPr>
          <p:cNvSpPr/>
          <p:nvPr/>
        </p:nvSpPr>
        <p:spPr>
          <a:xfrm>
            <a:off x="7524328" y="6237312"/>
            <a:ext cx="864096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42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5596" y="443711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Проводные интерфейсы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616" y="332656"/>
            <a:ext cx="7113984" cy="4680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 Проводных интерфейсов, преимуществами которых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явля-ются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надёжность и защищённость соединения, а также возможность передачи информации на высокой скорости. Одним из очень распространённых проводных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интерфей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-сов является универсальная последовательная шина, или USB. Практически не одно современное устройство,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рабо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-тающее с информацией, не обходится без него. USB-порты есть во всех ноутбуках и системных блоках. В устройствах небольшого размера, таких как видеокамера или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мобиль-ный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телефон могут использоваться уменьшенные версии этого стандарта. Стандарт USB появился в 1994 году. Пер-вой была версия USB 0.7. Последней, самой современной версией является USB 3.0, скорость которой доходит до 4,8 Гбит/с. 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Управляющая кнопка: назад 3">
            <a:hlinkClick r:id="" action="ppaction://hlinkshowjump?jump=previousslide" highlightClick="1"/>
          </p:cNvPr>
          <p:cNvSpPr/>
          <p:nvPr/>
        </p:nvSpPr>
        <p:spPr>
          <a:xfrm>
            <a:off x="539552" y="6237312"/>
            <a:ext cx="792088" cy="43204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далее 4">
            <a:hlinkClick r:id="" action="ppaction://hlinkshowjump?jump=nextslide" highlightClick="1"/>
          </p:cNvPr>
          <p:cNvSpPr/>
          <p:nvPr/>
        </p:nvSpPr>
        <p:spPr>
          <a:xfrm>
            <a:off x="7524328" y="6237312"/>
            <a:ext cx="864096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3429000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Беспроводные интерфейсы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548680"/>
            <a:ext cx="6897960" cy="4320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 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Беспроводным интерфейсом очевидным преимуществом которых является отсутствие проводов. Начнём с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инфрак-расного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порта, или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IrDA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Он является самым старым из всех беспроводных интерфейсов. Скорость передачи дан-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ных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этого интерфейса составляет 2,4 Кбит/с-16 Мбит/с. Наиболее часто используется в мобильных телефонах и пультах дистанционного управления. При двухсторонней связи действует на расстоянии до 50 см, а при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односторон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-ней связи до 10 м. 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Управляющая кнопка: назад 3">
            <a:hlinkClick r:id="" action="ppaction://hlinkshowjump?jump=previousslide" highlightClick="1"/>
          </p:cNvPr>
          <p:cNvSpPr/>
          <p:nvPr/>
        </p:nvSpPr>
        <p:spPr>
          <a:xfrm>
            <a:off x="539552" y="6237312"/>
            <a:ext cx="792088" cy="43204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Управляющая кнопка: далее 4">
            <a:hlinkClick r:id="" action="ppaction://hlinkshowjump?jump=nextslide" highlightClick="1"/>
          </p:cNvPr>
          <p:cNvSpPr/>
          <p:nvPr/>
        </p:nvSpPr>
        <p:spPr>
          <a:xfrm>
            <a:off x="7524328" y="6237312"/>
            <a:ext cx="864096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52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Классификация интерфейсов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sz="3100" dirty="0">
                <a:latin typeface="Times New Roman" pitchFamily="18" charset="0"/>
                <a:cs typeface="Times New Roman" pitchFamily="18" charset="0"/>
              </a:rPr>
              <a:t>включает четыре признака: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28800"/>
            <a:ext cx="8229600" cy="4525963"/>
          </a:xfrm>
        </p:spPr>
        <p:txBody>
          <a:bodyPr>
            <a:normAutofit/>
          </a:bodyPr>
          <a:lstStyle/>
          <a:p>
            <a:endParaRPr lang="ru-RU" sz="2400" dirty="0"/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способ соединения компонентов системы (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магистральный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3" action="ppaction://hlinksldjump"/>
              </a:rPr>
              <a:t>радиальный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4" action="ppaction://hlinksldjump"/>
              </a:rPr>
              <a:t>цепочечный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5" action="ppaction://hlinksldjump"/>
              </a:rPr>
              <a:t>смешанный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способ передачи информации (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6" action="ppaction://hlinksldjump"/>
              </a:rPr>
              <a:t>параллельный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  <a:hlinkClick r:id="rId7" action="ppaction://hlinksldjump"/>
              </a:rPr>
              <a:t>последова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7" action="ppaction://hlinksldjump"/>
              </a:rPr>
              <a:t>-тельный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параллельно-последовательный);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принцип обмена информацией (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8" action="ppaction://hlinksldjump"/>
              </a:rPr>
              <a:t>асинхронный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9" action="ppaction://hlinksldjump"/>
              </a:rPr>
              <a:t>синхронный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режим обмена информацией (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10" action="ppaction://hlinksldjump"/>
              </a:rPr>
              <a:t>симплексный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11" action="ppaction://hlinksldjump"/>
              </a:rPr>
              <a:t>полудуплексный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2400" dirty="0">
                <a:latin typeface="Times New Roman" pitchFamily="18" charset="0"/>
                <a:cs typeface="Times New Roman" pitchFamily="18" charset="0"/>
                <a:hlinkClick r:id="rId12" action="ppaction://hlinksldjump"/>
              </a:rPr>
              <a:t>дуплексный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  <a:hlinkClick r:id="rId13" action="ppaction://hlinksldjump"/>
              </a:rPr>
              <a:t>мультисимплексный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режим обмена).</a:t>
            </a:r>
          </a:p>
        </p:txBody>
      </p:sp>
      <p:sp>
        <p:nvSpPr>
          <p:cNvPr id="4" name="Управляющая кнопка: домой 3">
            <a:hlinkClick r:id="" action="ppaction://hlinkshowjump?jump=firstslide" highlightClick="1"/>
          </p:cNvPr>
          <p:cNvSpPr/>
          <p:nvPr/>
        </p:nvSpPr>
        <p:spPr>
          <a:xfrm>
            <a:off x="3635896" y="6165304"/>
            <a:ext cx="792088" cy="57606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назад 5">
            <a:hlinkClick r:id="" action="ppaction://hlinkshowjump?jump=previousslide" highlightClick="1"/>
          </p:cNvPr>
          <p:cNvSpPr/>
          <p:nvPr/>
        </p:nvSpPr>
        <p:spPr>
          <a:xfrm>
            <a:off x="539552" y="6237312"/>
            <a:ext cx="792088" cy="43204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07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56" y="4509120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Аппаратный интерфейс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9612" y="548680"/>
            <a:ext cx="7149988" cy="4320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Аппаратный интерфейс представляет собой систему шин, разъемов, согласующих устройств, алгоритмов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протоко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-лов, обеспечивающих связь всех частей микропроцессорной системы между собой. От характеристик интерфейса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зави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-сит быстродействие и надежность системы. В развернутых микропроцессорных системах для разгрузки процессора аппаратный интерфейс обеспечивается контроллерами. Контроллер – это специализированная микросхема,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предназ-наченная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для выполнения функций контроля и управления. Контроллер осуществляет управление работой устройства, например, жестким диском, оперативной памятью,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клавиату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-рой и обеспечивает взаимосвязь этого устройства с другими участниками МС.</a:t>
            </a:r>
          </a:p>
          <a:p>
            <a:endParaRPr lang="ru-RU" dirty="0"/>
          </a:p>
        </p:txBody>
      </p:sp>
      <p:sp>
        <p:nvSpPr>
          <p:cNvPr id="4" name="Стрелка влево 3">
            <a:hlinkClick r:id="rId3" action="ppaction://hlinksldjump"/>
          </p:cNvPr>
          <p:cNvSpPr/>
          <p:nvPr/>
        </p:nvSpPr>
        <p:spPr>
          <a:xfrm>
            <a:off x="683568" y="6165304"/>
            <a:ext cx="792088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62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429000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Программный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1600" y="548680"/>
            <a:ext cx="7258000" cy="4392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Программный интерфейс обеспечивается операционной системой (если таковая имеется). Наиболее распространен-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ными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интерфейсами пользователя являются графический интерфейс (например, рабочий стол PC с иконками или кнопки команд в редакторе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интер-фейс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«джойстика», когда мы выбираем необходимую нам команду, перемещаясь по меню (например, мобильные телефоны, программируемые контроллеры), что также является видом графического интерфейса.</a:t>
            </a:r>
          </a:p>
          <a:p>
            <a:endParaRPr lang="ru-RU" dirty="0"/>
          </a:p>
        </p:txBody>
      </p:sp>
      <p:sp>
        <p:nvSpPr>
          <p:cNvPr id="4" name="Стрелка влево 3">
            <a:hlinkClick r:id="rId2" action="ppaction://hlinksldjump"/>
          </p:cNvPr>
          <p:cNvSpPr/>
          <p:nvPr/>
        </p:nvSpPr>
        <p:spPr>
          <a:xfrm>
            <a:off x="683568" y="6165304"/>
            <a:ext cx="792088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54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6752" y="3017838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Пользовательский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404665"/>
            <a:ext cx="7402016" cy="3938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Пользовательский интерфейс (ПИ) - система правил и средств, регламентирующая и обеспечивающая взаимодействие программы с пользователем. В понятие пользовательского интерфейса (ПИ) входит не только, и даже не столько, картинка на экране - трехмерная, анимированная или просто выполненная в модном дизайне, а способы взаимодействия пользователя с системой.</a:t>
            </a:r>
          </a:p>
          <a:p>
            <a:endParaRPr lang="ru-RU" dirty="0"/>
          </a:p>
        </p:txBody>
      </p:sp>
      <p:sp>
        <p:nvSpPr>
          <p:cNvPr id="4" name="Стрелка влево 3">
            <a:hlinkClick r:id="rId2" action="ppaction://hlinksldjump"/>
          </p:cNvPr>
          <p:cNvSpPr/>
          <p:nvPr/>
        </p:nvSpPr>
        <p:spPr>
          <a:xfrm>
            <a:off x="683568" y="6165304"/>
            <a:ext cx="792088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63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4784"/>
            <a:ext cx="4600575" cy="3448050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556792"/>
            <a:ext cx="3429000" cy="3429000"/>
          </a:xfrm>
          <a:prstGeom prst="rect">
            <a:avLst/>
          </a:prstGeom>
        </p:spPr>
      </p:pic>
      <p:sp>
        <p:nvSpPr>
          <p:cNvPr id="6" name="Стрелка влево 5">
            <a:hlinkClick r:id="rId4" action="ppaction://hlinksldjump"/>
          </p:cNvPr>
          <p:cNvSpPr/>
          <p:nvPr/>
        </p:nvSpPr>
        <p:spPr>
          <a:xfrm>
            <a:off x="683568" y="6165304"/>
            <a:ext cx="792088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09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08720"/>
            <a:ext cx="3657600" cy="3657600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908720"/>
            <a:ext cx="3312368" cy="3819525"/>
          </a:xfrm>
          <a:prstGeom prst="rect">
            <a:avLst/>
          </a:prstGeom>
        </p:spPr>
      </p:pic>
      <p:sp>
        <p:nvSpPr>
          <p:cNvPr id="6" name="Стрелка влево 5">
            <a:hlinkClick r:id="rId4" action="ppaction://hlinksldjump"/>
          </p:cNvPr>
          <p:cNvSpPr/>
          <p:nvPr/>
        </p:nvSpPr>
        <p:spPr>
          <a:xfrm>
            <a:off x="683568" y="6165304"/>
            <a:ext cx="792088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465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476672"/>
            <a:ext cx="3600400" cy="4032448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548681"/>
            <a:ext cx="4392488" cy="3816842"/>
          </a:xfrm>
          <a:prstGeom prst="rect">
            <a:avLst/>
          </a:prstGeom>
        </p:spPr>
      </p:pic>
      <p:sp>
        <p:nvSpPr>
          <p:cNvPr id="6" name="Стрелка влево 5">
            <a:hlinkClick r:id="rId4" action="ppaction://hlinksldjump"/>
          </p:cNvPr>
          <p:cNvSpPr/>
          <p:nvPr/>
        </p:nvSpPr>
        <p:spPr>
          <a:xfrm>
            <a:off x="683568" y="6165304"/>
            <a:ext cx="792088" cy="3600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1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11560" y="404664"/>
            <a:ext cx="7543800" cy="9144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1556792"/>
            <a:ext cx="8352928" cy="4399383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Магистральный-имеется две  шины, к которым подключены все устройства системы. Для этого способа характерно, что все сигналы обеих шин доступны всем устройствам. Но в определенный момент времени информацией могут обмениваться только два из них.</a:t>
            </a:r>
          </a:p>
        </p:txBody>
      </p:sp>
    </p:spTree>
    <p:extLst>
      <p:ext uri="{BB962C8B-B14F-4D97-AF65-F5344CB8AC3E}">
        <p14:creationId xmlns:p14="http://schemas.microsoft.com/office/powerpoint/2010/main" val="3835645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685801"/>
            <a:ext cx="7978080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Радиальный. Имеется центральное устрой-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ство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(контроллеры), которые связаны с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каж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-дым подключенным модулем отдельной линии связи.</a:t>
            </a:r>
          </a:p>
        </p:txBody>
      </p:sp>
    </p:spTree>
    <p:extLst>
      <p:ext uri="{BB962C8B-B14F-4D97-AF65-F5344CB8AC3E}">
        <p14:creationId xmlns:p14="http://schemas.microsoft.com/office/powerpoint/2010/main" val="2899794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685801"/>
            <a:ext cx="8424936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6000" dirty="0">
                <a:latin typeface="Times New Roman" pitchFamily="18" charset="0"/>
                <a:cs typeface="Times New Roman" pitchFamily="18" charset="0"/>
              </a:rPr>
              <a:t>Цепочечный-каждое устройство связано не более, чем с двумя другими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228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685801"/>
            <a:ext cx="8928992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4400" dirty="0"/>
              <a:t>Смешанный-объединяет в себе несколько способов </a:t>
            </a:r>
            <a:r>
              <a:rPr lang="ru-RU" sz="4400" dirty="0" err="1"/>
              <a:t>подключе-ния</a:t>
            </a:r>
            <a:r>
              <a:rPr lang="ru-RU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38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685801"/>
            <a:ext cx="8229600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Параллельный. При данном способе передачи информации возможно передавать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одновре-менно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определенное количество бит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инфор-мации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по многоканальной шине.</a:t>
            </a:r>
          </a:p>
        </p:txBody>
      </p:sp>
    </p:spTree>
    <p:extLst>
      <p:ext uri="{BB962C8B-B14F-4D97-AF65-F5344CB8AC3E}">
        <p14:creationId xmlns:p14="http://schemas.microsoft.com/office/powerpoint/2010/main" val="913756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692696"/>
            <a:ext cx="8352928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Последовательный используется для последовательной передачи данных по двухпроводной линии.</a:t>
            </a:r>
          </a:p>
        </p:txBody>
      </p:sp>
    </p:spTree>
    <p:extLst>
      <p:ext uri="{BB962C8B-B14F-4D97-AF65-F5344CB8AC3E}">
        <p14:creationId xmlns:p14="http://schemas.microsoft.com/office/powerpoint/2010/main" val="3477887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27078" y="3284984"/>
            <a:ext cx="7886700" cy="1325563"/>
          </a:xfrm>
        </p:spPr>
        <p:txBody>
          <a:bodyPr/>
          <a:lstStyle/>
          <a:p>
            <a:r>
              <a:rPr lang="ru-RU" sz="5400" dirty="0">
                <a:latin typeface="Times New Roman" pitchFamily="18" charset="0"/>
                <a:cs typeface="Times New Roman" pitchFamily="18" charset="0"/>
              </a:rPr>
              <a:t>Синхронный.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685801"/>
            <a:ext cx="8424936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 этом случае моменты выдачи информации передатчиком и моментом приёма её приёмником должны быть </a:t>
            </a:r>
            <a:r>
              <a:rPr lang="ru-RU" sz="3200" dirty="0" err="1">
                <a:latin typeface="Times New Roman" pitchFamily="18" charset="0"/>
                <a:cs typeface="Times New Roman" pitchFamily="18" charset="0"/>
              </a:rPr>
              <a:t>синхронизирова-ны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 Для этого используется отдельная линия синхронизации .</a:t>
            </a:r>
          </a:p>
        </p:txBody>
      </p:sp>
    </p:spTree>
    <p:extLst>
      <p:ext uri="{BB962C8B-B14F-4D97-AF65-F5344CB8AC3E}">
        <p14:creationId xmlns:p14="http://schemas.microsoft.com/office/powerpoint/2010/main" val="2502618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28650" y="2924944"/>
            <a:ext cx="7886700" cy="1325563"/>
          </a:xfrm>
        </p:spPr>
        <p:txBody>
          <a:bodyPr/>
          <a:lstStyle/>
          <a:p>
            <a:r>
              <a:rPr lang="ru-RU" sz="5400" dirty="0">
                <a:latin typeface="Times New Roman" pitchFamily="18" charset="0"/>
                <a:cs typeface="Times New Roman" pitchFamily="18" charset="0"/>
              </a:rPr>
              <a:t>Асинхронный.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685801"/>
            <a:ext cx="7906072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 этом случае передача данных осуществляется по принципу «запрос-ответ», т.е. передатчик не начнёт посылать данные без подтверждающего о готовности к работе приёмника сигнала.</a:t>
            </a:r>
          </a:p>
        </p:txBody>
      </p:sp>
    </p:spTree>
    <p:extLst>
      <p:ext uri="{BB962C8B-B14F-4D97-AF65-F5344CB8AC3E}">
        <p14:creationId xmlns:p14="http://schemas.microsoft.com/office/powerpoint/2010/main" val="2639182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27584" y="5085184"/>
            <a:ext cx="7543800" cy="914400"/>
          </a:xfrm>
        </p:spPr>
        <p:txBody>
          <a:bodyPr/>
          <a:lstStyle/>
          <a:p>
            <a:r>
              <a:rPr lang="ru-RU" dirty="0"/>
              <a:t>Симплексный.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685801"/>
            <a:ext cx="7906072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В данном режиме работы данные передаются только в одном направлении</a:t>
            </a:r>
          </a:p>
        </p:txBody>
      </p:sp>
    </p:spTree>
    <p:extLst>
      <p:ext uri="{BB962C8B-B14F-4D97-AF65-F5344CB8AC3E}">
        <p14:creationId xmlns:p14="http://schemas.microsoft.com/office/powerpoint/2010/main" val="3532820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28650" y="285293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Полудуплексный.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685801"/>
            <a:ext cx="7762056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Это двухсторонняя связь, при которой данные передаются по одной линии связи от передатчика и приёмника, и наоборот-поочередно. </a:t>
            </a:r>
          </a:p>
        </p:txBody>
      </p:sp>
    </p:spTree>
    <p:extLst>
      <p:ext uri="{BB962C8B-B14F-4D97-AF65-F5344CB8AC3E}">
        <p14:creationId xmlns:p14="http://schemas.microsoft.com/office/powerpoint/2010/main" val="4096517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2420888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Дуплексный.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685801"/>
            <a:ext cx="7762056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Двухсторонняя связь, при которой приём и передача данных может осуществляться одновременно.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104742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552" y="3212976"/>
            <a:ext cx="7886700" cy="1325563"/>
          </a:xfrm>
        </p:spPr>
        <p:txBody>
          <a:bodyPr/>
          <a:lstStyle/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Мультисимплексный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39552" y="685801"/>
            <a:ext cx="7690048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Многоканальная связь, в любой момент времени, связь может осуществляться между несколькими устройствами.</a:t>
            </a:r>
          </a:p>
        </p:txBody>
      </p:sp>
    </p:spTree>
    <p:extLst>
      <p:ext uri="{BB962C8B-B14F-4D97-AF65-F5344CB8AC3E}">
        <p14:creationId xmlns:p14="http://schemas.microsoft.com/office/powerpoint/2010/main" val="11879146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</TotalTime>
  <Words>703</Words>
  <Application>Microsoft Office PowerPoint</Application>
  <PresentationFormat>Экран (4:3)</PresentationFormat>
  <Paragraphs>40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Тема Office</vt:lpstr>
      <vt:lpstr>Интерфейс. Типы интерфейсов</vt:lpstr>
      <vt:lpstr>Презентация PowerPoint</vt:lpstr>
      <vt:lpstr>Проводные интерфейсы</vt:lpstr>
      <vt:lpstr>Беспроводные интерфейсы</vt:lpstr>
      <vt:lpstr>Классификация интерфейсов включает четыре признака: </vt:lpstr>
      <vt:lpstr>Аппаратный интерфейс</vt:lpstr>
      <vt:lpstr>Программный интерфейс</vt:lpstr>
      <vt:lpstr>Пользовательский интерфейс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Синхронный.</vt:lpstr>
      <vt:lpstr>Асинхронный.</vt:lpstr>
      <vt:lpstr>Симплексный.</vt:lpstr>
      <vt:lpstr>Полудуплексный.</vt:lpstr>
      <vt:lpstr>Дуплексный.</vt:lpstr>
      <vt:lpstr>Мультисимплексный.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Интерфейс. Типы интерфейсов</dc:title>
  <dc:creator>Ilya</dc:creator>
  <cp:lastModifiedBy>User</cp:lastModifiedBy>
  <cp:revision>15</cp:revision>
  <dcterms:created xsi:type="dcterms:W3CDTF">2015-10-15T07:50:12Z</dcterms:created>
  <dcterms:modified xsi:type="dcterms:W3CDTF">2024-02-13T07:00:44Z</dcterms:modified>
</cp:coreProperties>
</file>