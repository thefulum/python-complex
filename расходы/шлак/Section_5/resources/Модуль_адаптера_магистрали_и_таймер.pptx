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Пользователь" initials="П" lastIdx="1" clrIdx="0">
    <p:extLst>
      <p:ext uri="{19B8F6BF-5375-455C-9EA6-DF929625EA0E}">
        <p15:presenceInfo xmlns:p15="http://schemas.microsoft.com/office/powerpoint/2012/main" userId="Пользователь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98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4AE9FA-3D91-63D2-4E3C-EE37FB753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A82BAB3-5B25-3CF5-1B70-C28A73C655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6C221DE-D8FA-A801-706C-A4E42C4D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014BD6-2828-FA0A-3D47-1809921A3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C0CFD33-5CBD-DE69-5DD6-72569F0F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5654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29C3D-9319-ABDD-173D-B1317345C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275AA2-0D5C-28C5-F369-9EC6099FD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EDC164-60E6-78B7-A5CD-4C3AED69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25B22F7-17D7-CCC4-0155-89FA5747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07D423-B9F7-D651-0F2B-01C600DEC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84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43A69-A111-0B0B-BBF0-95C0824F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9697B45-702A-58DA-24B9-37C610818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4946E2-2D02-73BF-98B5-D09097326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4FF986-C5EC-34E5-E46C-7076F8C22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C30FFF-041D-12C2-4E74-F6E04BA1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1628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AD494-02CB-ADF5-F61E-8CCB86D06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EA0B45-326B-230C-F2C4-09292D3C3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100BF4B-2530-F59A-3EC5-66C69859E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D335FD-407E-BE15-421D-4F09F3D2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7BD2AE-9267-1E58-5FD9-94A1DCBA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81EE5B6-1D9A-08F6-DF31-5A8B5D987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3162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1A645-5DF1-6120-7F0C-A05C8293C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5E31A37-D869-BB5B-879F-DA3C110518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67BA5CC-1251-5BCD-5D40-55B35D5D0C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5A4E9565-4B67-5DED-1BA1-929B83081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CCEDB52-0C47-3F59-CE25-530F9C80EE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B150C93-BC4E-5FD1-B37A-512421E1D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7DE5AC8-90A9-7FC2-C369-FCB30E897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5631E8F-AD92-5267-5864-4E9D3A3B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929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A676C-D4E9-CEA5-7366-EF3032FAA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16D0716-C358-F791-86EF-E87FE0148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0A4F98-6029-4A35-7EDF-84F4562F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C98E1D6-3561-CF74-F4EC-66382EAF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91046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5EE3FCD-3598-A85E-513F-C282A4523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B86B000-4E60-FEC8-FB5E-8CF0301C3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5813A2D-C3AB-5043-EA60-EDBB719DE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856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431E65-5523-C50B-93C3-CEA6CB4E7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450EFE-50CF-50FE-9822-265C1237D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1F635B7-E4B3-DA42-5723-5CF907EACF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EF10E29-F7A7-1DA4-9F23-CFF14D0F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DC4FDD-9E69-1FD7-8FB9-6EE5E757C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C535791-ABF9-86FE-AF20-4C765BBE2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5760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8014AD-21C6-CA09-05E9-4B717BDCE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30A4BEE-75BE-E374-719C-2E721B847A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3938D73-1D71-F083-0D9D-2442F721D5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1C2E444-351B-1929-BB43-1DC138715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C2AA60-1FB8-5FBC-6728-AB110B401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E0A757-A426-DEED-44B8-82B04CE03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935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A10865-5AC6-0761-BF57-7B50487B1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D943AE1-5C7C-7285-5A2C-8BA93723CF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91AA589-F7C2-542F-4A07-3A0CCA11F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A458CCD-3C0E-E749-D0AC-3D7154D80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2BDC70E-92AA-9DAC-1BBE-C737350D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9833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DEE27D9-A4EC-8812-66C5-DC590D6239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84063B-6852-FFFD-4943-5AD2BB260D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076EE7-ABBB-2059-6EA5-DB2471CA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35F541-87B1-1BC4-2D58-C38ACA8F0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FB5CF1F-0299-7841-500A-A8CCBA2FF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150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734A42-B738-E8F9-DEFD-7DECBE985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853BD3-36AD-8E17-8A6F-9B0123A59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11998D-F8EA-8032-5C79-8C222CB47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346580-A8A4-473C-B1FA-3FA270DF5973}" type="datetimeFigureOut">
              <a:rPr lang="ru-RU" smtClean="0"/>
              <a:t>12.02.2024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04C0C46-1883-87C0-1AC8-B5D8A883D3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976D55-DE90-BE03-CF16-2F27E3D34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5ACD8E-0139-4452-BB79-5F27FE65F6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4842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2E1BC-BF90-A0D1-0209-4C33DDCB51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2387600"/>
          </a:xfrm>
        </p:spPr>
        <p:txBody>
          <a:bodyPr>
            <a:normAutofit/>
          </a:bodyPr>
          <a:lstStyle/>
          <a:p>
            <a:r>
              <a:rPr lang="ru-RU" sz="32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Модуль адаптера магистрали и таймер</a:t>
            </a:r>
            <a:endParaRPr lang="ru-RU" sz="32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618885-B73C-10E9-C0B3-F059925F6A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8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Содержание:</a:t>
            </a:r>
          </a:p>
          <a:p>
            <a:pPr marL="342900" lvl="0" indent="-342900" algn="l">
              <a:lnSpc>
                <a:spcPct val="107000"/>
              </a:lnSpc>
              <a:buFont typeface="+mj-lt"/>
              <a:buAutoNum type="arabicPeriod"/>
            </a:pPr>
            <a:r>
              <a:rPr lang="ru-RU" sz="8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Структура вычислительной части ЭСПУ.</a:t>
            </a:r>
            <a:endParaRPr lang="ru-RU" sz="8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buFont typeface="+mj-lt"/>
              <a:buAutoNum type="arabicPeriod"/>
            </a:pPr>
            <a:r>
              <a:rPr lang="ru-RU" sz="8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Адаптер магистрали и таймера.</a:t>
            </a:r>
            <a:endParaRPr lang="ru-RU" sz="8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lvl="0" indent="-342900" algn="l">
              <a:lnSpc>
                <a:spcPct val="107000"/>
              </a:lnSpc>
              <a:buFont typeface="+mj-lt"/>
              <a:buAutoNum type="arabicPeriod"/>
            </a:pPr>
            <a:r>
              <a:rPr lang="ru-RU" sz="80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Обмен информацией между микропроцессором и внешними устройствами.</a:t>
            </a:r>
            <a:endParaRPr lang="ru-RU" sz="8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457200" algn="l">
              <a:lnSpc>
                <a:spcPct val="107000"/>
              </a:lnSpc>
              <a:spcAft>
                <a:spcPts val="800"/>
              </a:spcAft>
            </a:pPr>
            <a:r>
              <a:rPr lang="ru-RU" sz="8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 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1190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61AA37-FC34-C63A-99DD-C44D8550B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Структура вычислительной части ЭСПУ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1BDB68-08E9-ADA2-4A67-C45C5441C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8904"/>
            <a:ext cx="10515600" cy="5586511"/>
          </a:xfrm>
        </p:spPr>
        <p:txBody>
          <a:bodyPr>
            <a:norm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 цифровую вычислительную часть ЭСПУ входят следующие модули: модуль процессора (ПРЦ), модуль оперативного запоминающего устройства (ОЗУ), модуль адаптера магистрали и программируемый таймер (АМТ).</a:t>
            </a: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endParaRPr lang="ru-RU" sz="20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ctr">
              <a:buNone/>
            </a:pPr>
            <a:r>
              <a:rPr lang="ru-RU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Структурная схема ЭСПУ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sz="2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8F42DC-7630-ED58-D314-43A77AF26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2697" y="2493694"/>
            <a:ext cx="5837024" cy="36887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47043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1D843-05D1-B565-CA2D-CB6517E4E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Адаптер магистрали и таймера</a:t>
            </a:r>
            <a:endParaRPr lang="ru-RU" sz="32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908DFA-9ABC-D775-044C-152828D270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Адаптер магистрали и таймер­­­­­­­ — служат для управления обмена данными между процессором и устройствами связи с объектом управления (станком), которые подключены к общей магистрали МНЦ и имеют интерфейс, отличный от интерфейса самого УЧПУ.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Таймер, входящий в ячейку AMT, предназначен для отсчета интервалов времени, </a:t>
            </a:r>
            <a:r>
              <a:rPr lang="ru-RU" sz="20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программно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задаваемых процессором в виде двоичного кода, выдачи этих сигналов по определенному правилу и выдачи сигнала прерывания на процессор по запросам.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9908224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C91797-7C83-B712-A6C2-FF458F76D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807" y="0"/>
            <a:ext cx="8909123" cy="1600200"/>
          </a:xfrm>
        </p:spPr>
        <p:txBody>
          <a:bodyPr/>
          <a:lstStyle/>
          <a:p>
            <a:r>
              <a:rPr lang="ru-RU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Структурная схема модуля АМТ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2E10ACC-F4C2-2F7B-2900-77440A6DE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224581" cy="381158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7406DAF-4E19-B4A0-C585-D04AEAB6A9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078" y="1552716"/>
            <a:ext cx="6700805" cy="53052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3949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ACE8168-3C36-F368-6850-5143C60C2C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5125"/>
            <a:ext cx="10515600" cy="5811838"/>
          </a:xfrm>
          <a:blipFill>
            <a:blip r:embed="rId2"/>
            <a:tile tx="0" ty="0" sx="100000" sy="100000" flip="none" algn="tl"/>
          </a:blipFill>
        </p:spPr>
        <p:txBody>
          <a:bodyPr/>
          <a:lstStyle/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</a:rPr>
              <a:t>   </a:t>
            </a:r>
            <a:r>
              <a:rPr lang="ru-RU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Адаптер магистрали и таймер включают в себя следующие узлы: 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узел ввода-вывода (УВВ)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;</a:t>
            </a:r>
            <a:endParaRPr lang="ru-RU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блок управления (БУ)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;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адаптер магистрали (AM)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;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программируемый таймер (ПТ</a:t>
            </a: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 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</a:t>
            </a:r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AMT через магистраль обмена управляет обменом информацией микропроцессора с МО, КЭ, КУП, КИП, УСС и выдает временные интервалы управления.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42560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A0F33-945F-A154-E48F-4837D10E9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sz="36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Обмен информацией между микропроцессором и внешними устройствами</a:t>
            </a:r>
            <a:r>
              <a:rPr lang="ru-RU" sz="36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b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49D50-B3D3-EFA6-7779-A77FC8E494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Информационная связь между устройствами вычислительной системы осуществляется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через магистраль. 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Магистраль — это набор электронных линий, связывающих воедино процессор, память и периферийные устройства (ПУ). 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 зависимости от функционального назначения все множество интерфейсов можно разделить на три типа:</a:t>
            </a:r>
            <a:endParaRPr lang="en-US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машинные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;</a:t>
            </a: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системно-модульные 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</a:t>
            </a:r>
          </a:p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системно-приборные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Существуют три основные типовые структуры микропроцессорных систем:</a:t>
            </a:r>
          </a:p>
          <a:p>
            <a:pPr algn="just"/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Магистральная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;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магистрально-каскадная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;</a:t>
            </a:r>
            <a:endParaRPr lang="ru-RU" sz="20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/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магистрально-радиальна</a:t>
            </a: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я.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indent="0" algn="just">
              <a:buNone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668599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Объект 5">
            <a:extLst>
              <a:ext uri="{FF2B5EF4-FFF2-40B4-BE49-F238E27FC236}">
                <a16:creationId xmlns:a16="http://schemas.microsoft.com/office/drawing/2014/main" id="{4D8A2188-4715-7C90-7D58-22F7A09D37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294"/>
          <a:stretch/>
        </p:blipFill>
        <p:spPr bwMode="auto">
          <a:xfrm>
            <a:off x="1851531" y="625476"/>
            <a:ext cx="8145910" cy="4971608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9EAE9B-2EBD-830D-9A5E-C221FD61BA91}"/>
              </a:ext>
            </a:extLst>
          </p:cNvPr>
          <p:cNvSpPr txBox="1"/>
          <p:nvPr/>
        </p:nvSpPr>
        <p:spPr>
          <a:xfrm>
            <a:off x="3048000" y="559708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Магистральная (а), магистрально-каскадная (б) и магистрально-радиальная (в) структуры МС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287843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9CD33156-CFC5-0E0C-DFDA-48BB0B5B9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5567363"/>
          </a:xfrm>
        </p:spPr>
        <p:txBody>
          <a:bodyPr/>
          <a:lstStyle/>
          <a:p>
            <a:r>
              <a:rPr lang="ru-RU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Магистральная структура основана на следующем принципе действия. Если число каналов у центрального модуля меньше требуемого числа, то отдельные модули связывают с центральным модулем через общую магистраль с последовательным во времени адресным обращением. При каждом обращении (опросе) к центральному модулю подключается только тот модуль, адрес которого вызывается программой</a:t>
            </a:r>
            <a:r>
              <a:rPr lang="en-US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 магистрально-каскадной структуре отдельные модули подключаются к контроллеру шины с помощью дополнительного общего канала, например, магистрали или шины ввода/вывода, т.е. по магистральной схеме. </a:t>
            </a:r>
          </a:p>
          <a:p>
            <a:r>
              <a:rPr lang="ru-RU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В магистрально-радиальной структуре каждый модуль подключается к контроллеру шины с помощью индивидуального канала, т.е. по радиальной схеме.</a:t>
            </a:r>
          </a:p>
          <a:p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8927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B3DEE2-540C-F1A3-F061-DE440BC71D10}"/>
              </a:ext>
            </a:extLst>
          </p:cNvPr>
          <p:cNvSpPr txBox="1"/>
          <p:nvPr/>
        </p:nvSpPr>
        <p:spPr>
          <a:xfrm>
            <a:off x="4213860" y="2830021"/>
            <a:ext cx="3764280" cy="11979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7200" dirty="0">
                <a:latin typeface="Times New Roman" panose="02020603050405020304" pitchFamily="18" charset="0"/>
                <a:ea typeface="Calibri" panose="020F0502020204030204" pitchFamily="34" charset="0"/>
              </a:rPr>
              <a:t>КОНЕЦ</a:t>
            </a:r>
            <a:endParaRPr lang="ru-RU" sz="7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1D5822-7B6B-398A-08FF-CA4DF5A60774}"/>
              </a:ext>
            </a:extLst>
          </p:cNvPr>
          <p:cNvSpPr txBox="1"/>
          <p:nvPr/>
        </p:nvSpPr>
        <p:spPr>
          <a:xfrm>
            <a:off x="9494520" y="6489245"/>
            <a:ext cx="2697480" cy="368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Спасибо за просмотр =)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452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407</Words>
  <Application>Microsoft Office PowerPoint</Application>
  <PresentationFormat>Широкоэкранный</PresentationFormat>
  <Paragraphs>47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Times New Roman</vt:lpstr>
      <vt:lpstr>Тема Office</vt:lpstr>
      <vt:lpstr>Модуль адаптера магистрали и таймер</vt:lpstr>
      <vt:lpstr>Структура вычислительной части ЭСПУ</vt:lpstr>
      <vt:lpstr>Адаптер магистрали и таймера</vt:lpstr>
      <vt:lpstr>Структурная схема модуля АМТ </vt:lpstr>
      <vt:lpstr>Презентация PowerPoint</vt:lpstr>
      <vt:lpstr>Обмен информацией между микропроцессором и внешними устройствами. 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Модуль адаптера магистрали и таймер</dc:title>
  <dc:creator>Пользователь</dc:creator>
  <cp:lastModifiedBy>User</cp:lastModifiedBy>
  <cp:revision>3</cp:revision>
  <dcterms:created xsi:type="dcterms:W3CDTF">2022-12-17T08:01:59Z</dcterms:created>
  <dcterms:modified xsi:type="dcterms:W3CDTF">2024-02-12T15:47:39Z</dcterms:modified>
</cp:coreProperties>
</file>