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4C822-3546-4875-8817-C3BCF3C97C19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5A149136-C3C1-48C7-84B8-941B9C4C60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9965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4C822-3546-4875-8817-C3BCF3C97C19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9136-C3C1-48C7-84B8-941B9C4C60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5705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4C822-3546-4875-8817-C3BCF3C97C19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5A149136-C3C1-48C7-84B8-941B9C4C60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9702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4C822-3546-4875-8817-C3BCF3C97C19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9136-C3C1-48C7-84B8-941B9C4C60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6674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4C822-3546-4875-8817-C3BCF3C97C19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9136-C3C1-48C7-84B8-941B9C4C60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0437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4C822-3546-4875-8817-C3BCF3C97C19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9136-C3C1-48C7-84B8-941B9C4C60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0648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4C822-3546-4875-8817-C3BCF3C97C19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9136-C3C1-48C7-84B8-941B9C4C60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6653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4C822-3546-4875-8817-C3BCF3C97C19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9136-C3C1-48C7-84B8-941B9C4C60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770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4C822-3546-4875-8817-C3BCF3C97C19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9136-C3C1-48C7-84B8-941B9C4C60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0092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4C822-3546-4875-8817-C3BCF3C97C19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5A149136-C3C1-48C7-84B8-941B9C4C60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9351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4C822-3546-4875-8817-C3BCF3C97C19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5A149136-C3C1-48C7-84B8-941B9C4C60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73983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4C822-3546-4875-8817-C3BCF3C97C19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A149136-C3C1-48C7-84B8-941B9C4C609F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860996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4C822-3546-4875-8817-C3BCF3C97C19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A149136-C3C1-48C7-84B8-941B9C4C60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96770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4C822-3546-4875-8817-C3BCF3C97C19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9136-C3C1-48C7-84B8-941B9C4C60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4532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4C822-3546-4875-8817-C3BCF3C97C19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9136-C3C1-48C7-84B8-941B9C4C60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65472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4C822-3546-4875-8817-C3BCF3C97C19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9136-C3C1-48C7-84B8-941B9C4C60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25525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8F04C822-3546-4875-8817-C3BCF3C97C19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5A149136-C3C1-48C7-84B8-941B9C4C60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9284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4C822-3546-4875-8817-C3BCF3C97C19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49136-C3C1-48C7-84B8-941B9C4C60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67182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Вычислительная часть ЭСПУ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578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358775"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Структура вычислительной части ЭСПУ: Процессор, модули памяти и адаптер магистрали; Ее назначение.</a:t>
            </a:r>
          </a:p>
          <a:p>
            <a:pPr marL="0" indent="358775"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Технические данные и характеристики ЭСПУ токарного станка.</a:t>
            </a:r>
          </a:p>
          <a:p>
            <a:pPr marL="0" indent="358775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3282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0321" y="1204956"/>
            <a:ext cx="9613861" cy="629209"/>
          </a:xfrm>
        </p:spPr>
        <p:txBody>
          <a:bodyPr>
            <a:normAutofit fontScale="90000"/>
          </a:bodyPr>
          <a:lstStyle/>
          <a:p>
            <a:b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Пункт 1: Структура вычислительной части ЭСПУ: Процессор, модули памяти и адаптер магистрали: ее назначение.</a:t>
            </a:r>
            <a:br>
              <a:rPr lang="ru-RU" dirty="0"/>
            </a:br>
            <a:r>
              <a:rPr lang="ru-RU" dirty="0"/>
              <a:t> 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Вычислительная часть ЭСПУ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29026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1"/>
            <a:r>
              <a:rPr lang="ru-RU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Вычислительная часть ЭСПУ</a:t>
            </a:r>
            <a:br>
              <a:rPr lang="ru-RU" sz="1400" dirty="0"/>
            </a:br>
            <a:r>
              <a:rPr lang="ru-RU" sz="1800" b="1" dirty="0"/>
              <a:t> </a:t>
            </a:r>
            <a:br>
              <a:rPr lang="ru-RU" sz="1400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358775">
              <a:buNone/>
            </a:pPr>
            <a:r>
              <a:rPr lang="ru-RU" dirty="0"/>
              <a:t>Электронные системы программного управление (ЭСПУ) являются универсальным средством управления станками. ЭСПУ применяют для всех групп и типов станков.</a:t>
            </a:r>
          </a:p>
          <a:p>
            <a:pPr marL="0" indent="358775">
              <a:buNone/>
            </a:pPr>
            <a:r>
              <a:rPr lang="ru-RU" dirty="0"/>
              <a:t>ЭСПУ токарного станка предназначена для оперативного управления станком со следящими электроприводами по двум линейным координатам, главным приводом и измерительными </a:t>
            </a:r>
            <a:r>
              <a:rPr lang="ru-RU" dirty="0" err="1"/>
              <a:t>фотоимпульсными</a:t>
            </a:r>
            <a:r>
              <a:rPr lang="ru-RU" dirty="0"/>
              <a:t> датчиками.</a:t>
            </a:r>
          </a:p>
          <a:p>
            <a:pPr marL="0" indent="358775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7953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Вычислительная часть ЭСПУ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44450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станков с ЭСПУ позволило качественно изменить металлообработку , получить больший экономический эффект. Обработка на станках с ЭСПУ, по отечественным и зарубежным данным, характеризуются: ростом производительности труда оператора-станочника благодаря сокращению основного и вспомогательного времени (переналадки); возможностью применения многостаночного обслуживания; повышенной точностью; снижением затрат на специальные приспособления; сокращением или полной ликвидацией разметочных и слесарно-подгоночных работ.</a:t>
            </a:r>
          </a:p>
          <a:p>
            <a:pPr marL="0" indent="44450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8483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Вычислительная часть ЭСПУ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358775">
              <a:buNone/>
            </a:pP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УЧПУ предназначено для управления токарными станками со следящим приводом подач и импульсными датчиками обратной связи. </a:t>
            </a:r>
          </a:p>
          <a:p>
            <a:pPr marL="0" indent="358775">
              <a:buNone/>
            </a:pP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КИП – контроллер импульсных преобразователей в код угла поворота по осям x, z шпинделя и штурвала </a:t>
            </a:r>
          </a:p>
          <a:p>
            <a:pPr marL="0" indent="358775">
              <a:buNone/>
            </a:pP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АМТ – адаптер магистрали МНЦ и программируемой таймер </a:t>
            </a:r>
          </a:p>
          <a:p>
            <a:pPr marL="0" indent="358775">
              <a:buNone/>
            </a:pP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ВП – внешняя память </a:t>
            </a:r>
          </a:p>
          <a:p>
            <a:pPr marL="0" indent="358775">
              <a:buNone/>
            </a:pP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Блоки П1, П2, ОЗУ и АМТ – образуют </a:t>
            </a:r>
            <a:r>
              <a:rPr lang="ru-RU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вычислительную часть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358775">
              <a:buNone/>
            </a:pP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Блоки ПО, КП, КИП, КЭ реализуют </a:t>
            </a:r>
            <a:r>
              <a:rPr lang="ru-RU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связь со станком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Все функциональные модули взаимодействуют между собой через магистраль МНЦ. Все модули делятся на ведущие и ведомые. Ведущие модули П1, П2, АМТ, К.Э., КИП, ПО в процессе работы требуют обмена информацией с другими модулями или прервать работу другого модуля. Ведомые модули ОЗУ, ОЗУ-ВП, КП участвуют в обмене информацией. Обмен информацией по МНЦ между модулями осуществляется 16 разрядными словами. Адрес хранения слова также представляется в виде 16-разрядного двоичного хода. Магистраль МНЦ представляется одному из ведущих модулей по специальному алгоритму процессором П1. </a:t>
            </a:r>
          </a:p>
          <a:p>
            <a:pPr marL="0" indent="358775">
              <a:buNone/>
            </a:pPr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811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Вычислительная часть ЭСПУ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358775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Дополнительный канал управления увеличивает функциональную гибкость УЧПУ и позволяет сократить аппаратную часть в модулях К.Э., КИП, КП, ПО. </a:t>
            </a:r>
          </a:p>
          <a:p>
            <a:pPr marL="0" indent="358775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Процессоры П1 и П2 совместно выполняют программу работы УЧПУ. </a:t>
            </a:r>
          </a:p>
          <a:p>
            <a:pPr marL="0" indent="358775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КЭ обеспечивает необходимое электрическое согласование сигналов между УЧПУ 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электроавтоматикой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358775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КИП выполняет следующие функции: преобразует сигналы между УЧПУ и датчиками угла поворота; преобразует унитарный ход в 16-ти разрядный двоичный код. </a:t>
            </a:r>
          </a:p>
          <a:p>
            <a:pPr marL="0" indent="358775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КП, обеспечивающий управление подачей режущего инструмента по осям x и z, преобразует двоичный код скорости подачи в пропорциональный этому коду аналоговый сигнал. Аналоговый сигнал изменяется в диапазоне от -10в до +10 в с шагом 5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358775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АМТ выполняет функцию преобразования МНЦ в радиальный канал управления модулями КЭ, КИП, КП, ПО.</a:t>
            </a:r>
          </a:p>
        </p:txBody>
      </p:sp>
    </p:spTree>
    <p:extLst>
      <p:ext uri="{BB962C8B-B14F-4D97-AF65-F5344CB8AC3E}">
        <p14:creationId xmlns:p14="http://schemas.microsoft.com/office/powerpoint/2010/main" val="1397225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Структурная схема устройства ЧПУ </a:t>
            </a:r>
          </a:p>
        </p:txBody>
      </p:sp>
      <p:pic>
        <p:nvPicPr>
          <p:cNvPr id="4" name="Рисунок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959" y="2437131"/>
            <a:ext cx="6302502" cy="40407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Прямоугольник 4"/>
          <p:cNvSpPr/>
          <p:nvPr/>
        </p:nvSpPr>
        <p:spPr>
          <a:xfrm>
            <a:off x="1686204" y="5996539"/>
            <a:ext cx="5034012" cy="36576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6436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Пункт 1: Структура вычислительной части ЭСПУ: Процессор, модули памяти и адаптер магистрали: ее назначение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 Процессоры</a:t>
            </a: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025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 Процессоры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269875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Процессор – электронный блок либо интегральная схема, исполняющая машинные инструкции (код программ), главная часть аппаратного обеспечения компьютера или программируемого логического контроллера</a:t>
            </a:r>
          </a:p>
          <a:p>
            <a:pPr marL="0" indent="269875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Процессоры, оперативное запоминающее устройство, емкостью 4К слов, адаптер магистрали и таймер составляют вычислительную часть УЧПУ «Электроника НЦ-31». Процессор устройства содержит в своем составе постоянное запоминающее устройство объемом 8К слов, в котором хранятся программы, осуществляющие преобразование входной информации (команд управляющей программы, команд оператора при вводе программы и др.) в соответствии с алгоритмами.</a:t>
            </a:r>
          </a:p>
          <a:p>
            <a:pPr marL="0" indent="269875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результате работы процессора и в зависимости от режима работы УЧПУ формируются кадры управляющей программы (при вводе программы с клавиатуры) или коды команд управления механизмами станка. Постоянное программное обеспечение заносится в память при изготовлении УЧПУ, и доступ к нему со стороны внешних устройств исключен.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7885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Пункт 1: Структура вычислительной части ЭСПУ: Процессор, модули памяти и адаптер магистрали: ее назначение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 Модули памяти</a:t>
            </a:r>
            <a:endParaRPr lang="ru-RU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4602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ru-RU" b="1" dirty="0"/>
            </a:br>
            <a:br>
              <a:rPr lang="ru-RU" b="1" dirty="0"/>
            </a:br>
            <a:r>
              <a:rPr lang="ru-RU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Модули памяти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35560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памяти – это небольшая печатная плата, на которой размещены микросхемы запоминающего устройства, обычно ОЗУ. В зависимости от форм-фактора выводы могут располагаться с одной стороны платы, либо двух.</a:t>
            </a:r>
          </a:p>
          <a:p>
            <a:pPr marL="0" indent="35560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Оперативное запоминающее устройство используется для хранения управляющих программ обработки заготовок и промежуточных результатов, необходимых для работы вычислительной части УЧПУ, которое связано по каналу связи с процессором.</a:t>
            </a:r>
          </a:p>
          <a:p>
            <a:pPr marL="0" indent="35560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Модули УЧПУ взаимодействуют между собой по магистрали связи типа общая шина, осуществляя либо обмен информацией (чтение или запись), либо передачу управления магистралью другому модулю. Обмен информацией производится 16-разрядными словами по запросам одного из ведущих модулей, которому в процессе работы требуется вызвать обмен с другим модулем или прервать работу другого модуля. Основными модулями являются процессорное устройство, контроллеры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электроавтоматики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импульсных преобразователей, пульт оператора и адаптер каналов и таймеров. Запоминающие устройства и контроллер приводов участвуют в обмене информацией только по вызову одного из основных модулей.</a:t>
            </a:r>
          </a:p>
          <a:p>
            <a:pPr marL="0" indent="355600"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085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Пункт 1: Структура вычислительной части ЭСПУ: Процессор, модули памяти и адаптер магистрали: ее назначение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1.4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Адаптер магистрали</a:t>
            </a: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6220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Адаптер магистрали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358775">
              <a:buNone/>
            </a:pPr>
            <a:r>
              <a:rPr lang="ru-RU" dirty="0"/>
              <a:t>Адаптер каналов связи и таймер управляют дополнительным каналом связи радиального типа (в отличие от кольцевого по магистральному каналу), связывающим контроллеры и пульт оператора. При необходимости обмена информацией с каким-либо из контроллеров или пультом оператора один из основных модулей посылает запрос на закрепление за ним магистрального канала связи и после разрешения формирует адрес ведомого модуля, по которому адаптер каналов связи образует радиальный канал связи между вызывающим и вызываемым модулями.</a:t>
            </a:r>
          </a:p>
          <a:p>
            <a:pPr marL="0" indent="358775">
              <a:buNone/>
            </a:pPr>
            <a:r>
              <a:rPr lang="ru-RU" dirty="0"/>
              <a:t>По окончании обмена информацией основной модуль освобождает магистральный канал связи. Дополнительный радиальный канал увеличивает функциональную гибкость УЧПУ и упрощает аппаратную часть в контроллерах и пульте оператора. Таймер реализует необходимый для работы станка отсчет интервалов времени. Максимальная длительность интервала 6,4 с при дискретности задания на отработку интервала времени 0,1 </a:t>
            </a:r>
            <a:r>
              <a:rPr lang="ru-RU" dirty="0" err="1"/>
              <a:t>мс</a:t>
            </a:r>
            <a:r>
              <a:rPr lang="ru-RU" dirty="0"/>
              <a:t>. Команда на отработку интервала времени может поступать в модуль от процессора.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252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Адаптер магистрали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0321" y="2336872"/>
            <a:ext cx="9613861" cy="4132293"/>
          </a:xfrm>
        </p:spPr>
        <p:txBody>
          <a:bodyPr>
            <a:normAutofit fontScale="62500" lnSpcReduction="20000"/>
          </a:bodyPr>
          <a:lstStyle/>
          <a:p>
            <a:pPr marL="0" indent="0" fontAlgn="base">
              <a:buNone/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Адаптер магистрали и таймер включают в себя следующие узлы:</a:t>
            </a:r>
            <a:endParaRPr lang="ru-RU" dirty="0"/>
          </a:p>
          <a:p>
            <a:pPr marL="0" indent="358775" fontAlgn="base"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узел ввода-вывода (УВВ), предназначенный для ввода адресной информации с линией АД (адресная магистраль) в устройство AMT и выдачи данных, поступающих от схемы счетчиков на шины АД;</a:t>
            </a:r>
          </a:p>
          <a:p>
            <a:pPr marL="0" indent="358775" fontAlgn="base"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блок управления (БУ), предназначенный для формирования и распределения сигналов управления по устройствам AMT, а также для формирования сигнала ответа о готовности на ввод;</a:t>
            </a:r>
          </a:p>
          <a:p>
            <a:pPr marL="0" indent="358775" fontAlgn="base"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адаптер магистрали (AM) осуществляет реализацию доступа адресного обращения процессора к устройствам связи со станком;</a:t>
            </a:r>
          </a:p>
          <a:p>
            <a:pPr marL="0" indent="358775" fontAlgn="base"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доступа программного управления сигналами прерываний, распределение сигналов прерываний по приоритету;</a:t>
            </a:r>
          </a:p>
          <a:p>
            <a:pPr marL="0" indent="358775" fontAlgn="base"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кроме того, в AMT входит программируемый таймер (ПТ), обеспечивающий программный отсчет интервалов времени, задаваемых процессором, и выдачу сигналов прерываний по определенному правилу согласно программе, записанной в памяти адаптера.</a:t>
            </a:r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885459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Пункт 2: Технические данные и характеристики ЭСПУ токарного станка.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759582" y="2849703"/>
            <a:ext cx="3628462" cy="2738927"/>
          </a:xfrm>
        </p:spPr>
        <p:txBody>
          <a:bodyPr>
            <a:normAutofit/>
          </a:bodyPr>
          <a:lstStyle/>
          <a:p>
            <a:pPr marL="0" indent="358775">
              <a:buNone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токарный станок 16К20</a:t>
            </a:r>
          </a:p>
          <a:p>
            <a:endParaRPr lang="ru-RU" dirty="0"/>
          </a:p>
        </p:txBody>
      </p:sp>
      <p:pic>
        <p:nvPicPr>
          <p:cNvPr id="1026" name="Picture 2" descr="2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522" y="2180614"/>
            <a:ext cx="6430220" cy="340801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9253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Сборочные единицы (узлы) и механизмы токарно-винторезного станка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0320" y="2379602"/>
            <a:ext cx="9613861" cy="3599316"/>
          </a:xfrm>
        </p:spPr>
        <p:txBody>
          <a:bodyPr>
            <a:noAutofit/>
          </a:bodyPr>
          <a:lstStyle/>
          <a:p>
            <a:pPr marL="0" indent="265113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1 - передняя бабка,		 10 - коробка подач,</a:t>
            </a:r>
          </a:p>
          <a:p>
            <a:pPr marL="0" indent="265113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2 - суппорт,			 11 - гитары сменных шестерен, </a:t>
            </a:r>
          </a:p>
          <a:p>
            <a:pPr marL="0" indent="265113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3 - задняя бабка,			 12 -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-пусковая аппаратура, </a:t>
            </a:r>
          </a:p>
          <a:p>
            <a:pPr marL="0" indent="265113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4 - станина,			 13 - коробка скоростей, </a:t>
            </a:r>
          </a:p>
          <a:p>
            <a:pPr marL="0" indent="265113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и 9 - тумбы,			 14 - шпиндель.</a:t>
            </a:r>
          </a:p>
          <a:p>
            <a:pPr marL="0" indent="265113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6 - фартук,</a:t>
            </a:r>
          </a:p>
          <a:p>
            <a:pPr marL="0" indent="265113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7 - ходовой винт,</a:t>
            </a:r>
          </a:p>
          <a:p>
            <a:pPr marL="0" indent="265113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8 - ходовой валик, </a:t>
            </a:r>
          </a:p>
          <a:p>
            <a:pPr marL="0" indent="265113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451077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Предназначение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Токарно-винторезные станки предназначены для обработки, включая нарезание резьбы, единичных деталей и малых групп деталей. Однако бывают станки без ходового винта. На таких станках можно выполнять все виды токарных работ, кроме нарезания резьбы резцом.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55843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характеристики токарного станка 16К20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265113" indent="-265113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 точности — H</a:t>
            </a:r>
          </a:p>
          <a:p>
            <a:pPr marL="265113" indent="-265113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Наибольший диаметр обрабатываемой заготовки над станиной 400 мм</a:t>
            </a:r>
          </a:p>
          <a:p>
            <a:pPr marL="265113" indent="-265113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Наибольший диаметр точения над поперечным суппортом 220 мм</a:t>
            </a:r>
          </a:p>
          <a:p>
            <a:pPr marL="265113" indent="-265113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Наибольший диаметр обрабатываемого прутка 50 мм</a:t>
            </a:r>
          </a:p>
          <a:p>
            <a:pPr marL="265113" indent="-265113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Наибольшая длина обрабатываемого изделия 710, 1000, 1400, 2000 мм</a:t>
            </a:r>
          </a:p>
          <a:p>
            <a:pPr marL="265113" indent="-265113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Предел числа оборотов шпинделя 12,5-1600 об/мин</a:t>
            </a:r>
          </a:p>
          <a:p>
            <a:pPr marL="265113" indent="-265113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Пределы подач — продольных 0,05-2,8 мм/об — поперечных 0,025-1,4 мм/об</a:t>
            </a:r>
          </a:p>
          <a:p>
            <a:pPr marL="265113" indent="-265113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Наибольшее усилие допускаемое механизмом подач на упоре — продольное 800 кгс — поперечное 460 кгс</a:t>
            </a:r>
          </a:p>
          <a:p>
            <a:pPr marL="265113" indent="-265113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Наибольшее усилие допускаемое механизмом подач на резце — продольное 600кгс — поперечное 360 кгс</a:t>
            </a:r>
          </a:p>
          <a:p>
            <a:pPr marL="265113" indent="-265113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Мощность электродвигателя главного движения 11 кВт</a:t>
            </a:r>
          </a:p>
          <a:p>
            <a:pPr marL="265113" indent="-265113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Габариты станка — длина 2505, 2795, 3195, 3795 мм — ширина 1190 мм — высота 1500 мм</a:t>
            </a:r>
          </a:p>
          <a:p>
            <a:pPr marL="265113" indent="-265113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Масса станка — 2835, 3005, 3225, 3685 кг</a:t>
            </a:r>
          </a:p>
          <a:p>
            <a:pPr marL="457200" indent="-457200">
              <a:buFont typeface="+mj-lt"/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2003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Характеристики станка ЧПУ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358775">
              <a:buNone/>
            </a:pPr>
            <a:r>
              <a:rPr lang="ru-RU" dirty="0"/>
              <a:t>1) взаимодействие устройства ЧПУ с объектом, станком - состоит в управление формообразования детали - геометрическая задача-,</a:t>
            </a:r>
          </a:p>
          <a:p>
            <a:pPr marL="0" indent="358775">
              <a:buNone/>
            </a:pPr>
            <a:r>
              <a:rPr lang="ru-RU" dirty="0"/>
              <a:t>2) управление дискретной автоматикой станка - логическая задача;</a:t>
            </a:r>
          </a:p>
          <a:p>
            <a:pPr marL="0" indent="358775">
              <a:buNone/>
            </a:pPr>
            <a:r>
              <a:rPr lang="ru-RU" dirty="0"/>
              <a:t>3) управление рабочим процессом станка - технологическая задача-,</a:t>
            </a:r>
          </a:p>
          <a:p>
            <a:pPr marL="0" indent="358775">
              <a:buNone/>
            </a:pPr>
            <a:r>
              <a:rPr lang="ru-RU" dirty="0"/>
              <a:t>4) осуществление диагностики станка – диагностическая задача;</a:t>
            </a:r>
          </a:p>
          <a:p>
            <a:pPr marL="0" indent="358775">
              <a:buNone/>
            </a:pPr>
            <a:r>
              <a:rPr lang="ru-RU" dirty="0"/>
              <a:t>5) взаимодействие с окружающей производственной средой - терминальная задача. Последняя проявляется через диалог с оператором и информационным обменом с управляющей ЭВМ более высокого уровня.</a:t>
            </a:r>
          </a:p>
          <a:p>
            <a:pPr marL="0" indent="358775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17301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станка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358775">
              <a:buNone/>
            </a:pPr>
            <a:r>
              <a:rPr lang="ru-RU" dirty="0"/>
              <a:t>Исторически геометрическая задача ЧПУ возникла первой и у ранних устройств была по сути единственной. Логическая задача ЧПУ явилась следствием автоматизации на станке большого числа вспомогательных простых или циклических операций. Технологическая задача ЧПУ присутствует лишь в тех случаях, когда основной рабочий процесс сам становится объектом управления. Терминальная задача поддерживается устройством ЧПУ как персональным компьютером.</a:t>
            </a:r>
          </a:p>
          <a:p>
            <a:pPr marL="0" indent="358775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89014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геометрической задачи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358775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геометрической задачи отобразить геометрическую информацию чертежа в конечном изделии. Геометрическая задача реализуется с помощью 3 крупных модулей: интерполятор, интерпретатор, модуль управления следящими приводами. Интерполятор предназначен для расчета и построения траектории движения рабочего органа. Интерпретатор выполняет функцию преобразования управляющей программы в машинный код. Модуль управления следящими приводами формирует управляющее напряжение для привода исполнительного органа.</a:t>
            </a:r>
          </a:p>
          <a:p>
            <a:pPr marL="0" indent="358775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91828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Логической 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358775">
              <a:buNone/>
            </a:pPr>
            <a:r>
              <a:rPr lang="ru-RU" dirty="0"/>
              <a:t>Логическая задача реализуется посредством </a:t>
            </a:r>
            <a:r>
              <a:rPr lang="ru-RU" dirty="0" err="1"/>
              <a:t>электроавтоматики</a:t>
            </a:r>
            <a:r>
              <a:rPr lang="ru-RU" dirty="0"/>
              <a:t> станка. Основные технологические операции такие как автоматическая смена инструмента, переключения приводов подач, переключение привода главного движения, Управление зажимными приспособлениями, управление охлаждением и смазкой - всё это выполняется системой </a:t>
            </a:r>
            <a:r>
              <a:rPr lang="ru-RU" dirty="0" err="1"/>
              <a:t>электроавтоматики</a:t>
            </a:r>
            <a:r>
              <a:rPr lang="ru-RU" dirty="0"/>
              <a:t>. Система </a:t>
            </a:r>
            <a:r>
              <a:rPr lang="ru-RU" dirty="0" err="1"/>
              <a:t>электроавтоматики</a:t>
            </a:r>
            <a:r>
              <a:rPr lang="ru-RU" dirty="0"/>
              <a:t> - это система автоматического управления механизмами и группами механизмов, поведение которых определяется множеством дискретных операций. Взаимодействие системы цикловой </a:t>
            </a:r>
            <a:r>
              <a:rPr lang="ru-RU" dirty="0" err="1"/>
              <a:t>электроавтоматики</a:t>
            </a:r>
            <a:r>
              <a:rPr lang="ru-RU" dirty="0"/>
              <a:t> с устройством ЧПУ возможно: </a:t>
            </a:r>
          </a:p>
          <a:p>
            <a:pPr marL="0" indent="0">
              <a:buNone/>
            </a:pPr>
            <a:r>
              <a:rPr lang="ru-RU" dirty="0"/>
              <a:t>1. в виде специализированного логического автомата, размещенного В автономном шкафу </a:t>
            </a:r>
            <a:r>
              <a:rPr lang="ru-RU" dirty="0" err="1"/>
              <a:t>электроавтоматики</a:t>
            </a:r>
            <a:r>
              <a:rPr lang="ru-RU" dirty="0"/>
              <a:t>;</a:t>
            </a:r>
          </a:p>
          <a:p>
            <a:pPr marL="0" indent="0">
              <a:buNone/>
            </a:pPr>
            <a:r>
              <a:rPr lang="ru-RU" dirty="0"/>
              <a:t>2. Видео встроенного программного контроллера;</a:t>
            </a:r>
          </a:p>
          <a:p>
            <a:pPr marL="0" indent="0">
              <a:buNone/>
            </a:pPr>
            <a:r>
              <a:rPr lang="ru-RU" dirty="0"/>
              <a:t>3. в виде процессора однопроцессорного устройства ЧПУ.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0125686"/>
      </p:ext>
    </p:extLst>
  </p:cSld>
  <p:clrMapOvr>
    <a:masterClrMapping/>
  </p:clrMapOvr>
</p:sld>
</file>

<file path=ppt/theme/theme1.xml><?xml version="1.0" encoding="utf-8"?>
<a:theme xmlns:a="http://schemas.openxmlformats.org/drawingml/2006/main" name="Берлин">
  <a:themeElements>
    <a:clrScheme name="Берлин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Берлин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Берлин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TM04033917[[fn=Берлин]]</Template>
  <TotalTime>72</TotalTime>
  <Words>1717</Words>
  <Application>Microsoft Office PowerPoint</Application>
  <PresentationFormat>Широкоэкранный</PresentationFormat>
  <Paragraphs>93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7" baseType="lpstr">
      <vt:lpstr>Arial</vt:lpstr>
      <vt:lpstr>Times New Roman</vt:lpstr>
      <vt:lpstr>Trebuchet MS</vt:lpstr>
      <vt:lpstr>Берлин</vt:lpstr>
      <vt:lpstr>Вычислительная часть ЭСПУ</vt:lpstr>
      <vt:lpstr>Содержание</vt:lpstr>
      <vt:lpstr> Пункт 1: Структура вычислительной части ЭСПУ: Процессор, модули памяти и адаптер магистрали: ее назначение.   </vt:lpstr>
      <vt:lpstr>Вычислительная часть ЭСПУ   </vt:lpstr>
      <vt:lpstr>Вычислительная часть ЭСПУ</vt:lpstr>
      <vt:lpstr>Вычислительная часть ЭСПУ</vt:lpstr>
      <vt:lpstr>Вычислительная часть ЭСПУ</vt:lpstr>
      <vt:lpstr>Структурная схема устройства ЧПУ </vt:lpstr>
      <vt:lpstr>Пункт 1: Структура вычислительной части ЭСПУ: Процессор, модули памяти и адаптер магистрали: ее назначение</vt:lpstr>
      <vt:lpstr> Процессоры </vt:lpstr>
      <vt:lpstr>Пункт 1: Структура вычислительной части ЭСПУ: Процессор, модули памяти и адаптер магистрали: ее назначение</vt:lpstr>
      <vt:lpstr>  Модули памяти  </vt:lpstr>
      <vt:lpstr>Пункт 1: Структура вычислительной части ЭСПУ: Процессор, модули памяти и адаптер магистрали: ее назначение</vt:lpstr>
      <vt:lpstr>Адаптер магистрали</vt:lpstr>
      <vt:lpstr>Адаптер магистрали</vt:lpstr>
      <vt:lpstr>Пункт 2: Технические данные и характеристики ЭСПУ токарного станка. </vt:lpstr>
      <vt:lpstr>Сборочные единицы (узлы) и механизмы токарно-винторезного станка</vt:lpstr>
      <vt:lpstr>Предназначение</vt:lpstr>
      <vt:lpstr>характеристики токарного станка 16К20</vt:lpstr>
      <vt:lpstr>Характеристики станка ЧПУ</vt:lpstr>
      <vt:lpstr>Задачи станка</vt:lpstr>
      <vt:lpstr>Цель геометрической задачи </vt:lpstr>
      <vt:lpstr>Цель Логической задачи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Вычислительная часть ЭСПУ</dc:title>
  <dc:creator>Sasha</dc:creator>
  <cp:lastModifiedBy>User</cp:lastModifiedBy>
  <cp:revision>8</cp:revision>
  <dcterms:created xsi:type="dcterms:W3CDTF">2023-01-27T11:03:14Z</dcterms:created>
  <dcterms:modified xsi:type="dcterms:W3CDTF">2024-02-12T15:46:55Z</dcterms:modified>
</cp:coreProperties>
</file>