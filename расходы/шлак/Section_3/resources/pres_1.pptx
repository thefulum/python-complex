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2" r:id="rId19"/>
    <p:sldId id="273" r:id="rId20"/>
    <p:sldId id="274" r:id="rId21"/>
    <p:sldId id="275"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81A3A96C-9CF2-4F90-A9ED-6EF8D40FE106}">
          <p14:sldIdLst>
            <p14:sldId id="256"/>
            <p14:sldId id="257"/>
            <p14:sldId id="258"/>
            <p14:sldId id="259"/>
            <p14:sldId id="260"/>
            <p14:sldId id="261"/>
            <p14:sldId id="262"/>
            <p14:sldId id="263"/>
            <p14:sldId id="264"/>
            <p14:sldId id="265"/>
            <p14:sldId id="266"/>
            <p14:sldId id="267"/>
            <p14:sldId id="268"/>
            <p14:sldId id="269"/>
            <p14:sldId id="270"/>
          </p14:sldIdLst>
        </p14:section>
        <p14:section name="Раздел без заголовка" id="{61D227CE-87F8-4786-A773-819BBA2E73C7}">
          <p14:sldIdLst>
            <p14:sldId id="271"/>
            <p14:sldId id="277"/>
            <p14:sldId id="272"/>
            <p14:sldId id="273"/>
            <p14:sldId id="274"/>
            <p14:sldId id="275"/>
            <p14:sldId id="276"/>
            <p14:sldId id="278"/>
            <p14:sldId id="279"/>
            <p14:sldId id="280"/>
            <p14:sldId id="281"/>
            <p14:sldId id="282"/>
            <p14:sldId id="283"/>
            <p14:sldId id="284"/>
            <p14:sldId id="285"/>
            <p14:sldId id="286"/>
            <p14:sldId id="287"/>
            <p14:sldId id="288"/>
            <p14:sldId id="289"/>
            <p14:sldId id="290"/>
            <p14:sldId id="291"/>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Могилёв|S| Могилёв|S|" userId="f3fe1d49af8eeeec" providerId="LiveId" clId="{EE93068F-5908-4AD7-A54E-2560AC35028B}"/>
    <pc:docChg chg="undo custSel addSld delSld modSld addSection delSection modSection">
      <pc:chgData name="Могилёв|S| Могилёв|S|" userId="f3fe1d49af8eeeec" providerId="LiveId" clId="{EE93068F-5908-4AD7-A54E-2560AC35028B}" dt="2021-04-14T22:10:03.738" v="1327" actId="255"/>
      <pc:docMkLst>
        <pc:docMk/>
      </pc:docMkLst>
      <pc:sldChg chg="addSp delSp modSp new mod modClrScheme chgLayout">
        <pc:chgData name="Могилёв|S| Могилёв|S|" userId="f3fe1d49af8eeeec" providerId="LiveId" clId="{EE93068F-5908-4AD7-A54E-2560AC35028B}" dt="2021-04-14T20:05:05.055" v="75" actId="27636"/>
        <pc:sldMkLst>
          <pc:docMk/>
          <pc:sldMk cId="3745953263" sldId="256"/>
        </pc:sldMkLst>
        <pc:spChg chg="del mod ord">
          <ac:chgData name="Могилёв|S| Могилёв|S|" userId="f3fe1d49af8eeeec" providerId="LiveId" clId="{EE93068F-5908-4AD7-A54E-2560AC35028B}" dt="2021-04-14T20:02:38.942" v="9" actId="700"/>
          <ac:spMkLst>
            <pc:docMk/>
            <pc:sldMk cId="3745953263" sldId="256"/>
            <ac:spMk id="2" creationId="{687E96EF-4381-4491-9BFD-B45F2F8FA9F4}"/>
          </ac:spMkLst>
        </pc:spChg>
        <pc:spChg chg="del mod ord">
          <ac:chgData name="Могилёв|S| Могилёв|S|" userId="f3fe1d49af8eeeec" providerId="LiveId" clId="{EE93068F-5908-4AD7-A54E-2560AC35028B}" dt="2021-04-14T20:02:38.942" v="9" actId="700"/>
          <ac:spMkLst>
            <pc:docMk/>
            <pc:sldMk cId="3745953263" sldId="256"/>
            <ac:spMk id="3" creationId="{CF7BD94E-A5E0-4BDA-83ED-823F4E4F5967}"/>
          </ac:spMkLst>
        </pc:spChg>
        <pc:spChg chg="add mod ord">
          <ac:chgData name="Могилёв|S| Могилёв|S|" userId="f3fe1d49af8eeeec" providerId="LiveId" clId="{EE93068F-5908-4AD7-A54E-2560AC35028B}" dt="2021-04-14T20:03:33.039" v="51"/>
          <ac:spMkLst>
            <pc:docMk/>
            <pc:sldMk cId="3745953263" sldId="256"/>
            <ac:spMk id="4" creationId="{54282175-8FBC-4D3B-9654-DEF181DC6AB6}"/>
          </ac:spMkLst>
        </pc:spChg>
        <pc:spChg chg="add mod ord">
          <ac:chgData name="Могилёв|S| Могилёв|S|" userId="f3fe1d49af8eeeec" providerId="LiveId" clId="{EE93068F-5908-4AD7-A54E-2560AC35028B}" dt="2021-04-14T20:05:05.055" v="75" actId="27636"/>
          <ac:spMkLst>
            <pc:docMk/>
            <pc:sldMk cId="3745953263" sldId="256"/>
            <ac:spMk id="5" creationId="{0967F52E-ECC1-4A26-80AC-61BD879B9F6E}"/>
          </ac:spMkLst>
        </pc:spChg>
      </pc:sldChg>
      <pc:sldChg chg="modSp new mod">
        <pc:chgData name="Могилёв|S| Могилёв|S|" userId="f3fe1d49af8eeeec" providerId="LiveId" clId="{EE93068F-5908-4AD7-A54E-2560AC35028B}" dt="2021-04-14T20:10:27.775" v="112" actId="5793"/>
        <pc:sldMkLst>
          <pc:docMk/>
          <pc:sldMk cId="3365972151" sldId="257"/>
        </pc:sldMkLst>
        <pc:spChg chg="mod">
          <ac:chgData name="Могилёв|S| Могилёв|S|" userId="f3fe1d49af8eeeec" providerId="LiveId" clId="{EE93068F-5908-4AD7-A54E-2560AC35028B}" dt="2021-04-14T20:09:39.311" v="107" actId="20577"/>
          <ac:spMkLst>
            <pc:docMk/>
            <pc:sldMk cId="3365972151" sldId="257"/>
            <ac:spMk id="2" creationId="{CC595AE6-A1FA-4A76-958E-A38569CE64F1}"/>
          </ac:spMkLst>
        </pc:spChg>
        <pc:spChg chg="mod">
          <ac:chgData name="Могилёв|S| Могилёв|S|" userId="f3fe1d49af8eeeec" providerId="LiveId" clId="{EE93068F-5908-4AD7-A54E-2560AC35028B}" dt="2021-04-14T20:10:27.775" v="112" actId="5793"/>
          <ac:spMkLst>
            <pc:docMk/>
            <pc:sldMk cId="3365972151" sldId="257"/>
            <ac:spMk id="3" creationId="{112CC616-CC30-4DAC-A5AC-1120C03E5FDC}"/>
          </ac:spMkLst>
        </pc:spChg>
      </pc:sldChg>
      <pc:sldChg chg="modSp new mod">
        <pc:chgData name="Могилёв|S| Могилёв|S|" userId="f3fe1d49af8eeeec" providerId="LiveId" clId="{EE93068F-5908-4AD7-A54E-2560AC35028B}" dt="2021-04-14T20:19:22.421" v="158" actId="20577"/>
        <pc:sldMkLst>
          <pc:docMk/>
          <pc:sldMk cId="3442017268" sldId="258"/>
        </pc:sldMkLst>
        <pc:spChg chg="mod">
          <ac:chgData name="Могилёв|S| Могилёв|S|" userId="f3fe1d49af8eeeec" providerId="LiveId" clId="{EE93068F-5908-4AD7-A54E-2560AC35028B}" dt="2021-04-14T20:19:22.421" v="158" actId="20577"/>
          <ac:spMkLst>
            <pc:docMk/>
            <pc:sldMk cId="3442017268" sldId="258"/>
            <ac:spMk id="2" creationId="{59B84623-2B71-4A42-8E0F-E5410C1B5451}"/>
          </ac:spMkLst>
        </pc:spChg>
        <pc:spChg chg="mod">
          <ac:chgData name="Могилёв|S| Могилёв|S|" userId="f3fe1d49af8eeeec" providerId="LiveId" clId="{EE93068F-5908-4AD7-A54E-2560AC35028B}" dt="2021-04-14T20:16:57.604" v="152" actId="14100"/>
          <ac:spMkLst>
            <pc:docMk/>
            <pc:sldMk cId="3442017268" sldId="258"/>
            <ac:spMk id="3" creationId="{C48E864B-922B-4CC7-982F-C10AF58BF591}"/>
          </ac:spMkLst>
        </pc:spChg>
      </pc:sldChg>
      <pc:sldChg chg="modSp new mod">
        <pc:chgData name="Могилёв|S| Могилёв|S|" userId="f3fe1d49af8eeeec" providerId="LiveId" clId="{EE93068F-5908-4AD7-A54E-2560AC35028B}" dt="2021-04-14T20:23:48.018" v="249" actId="20577"/>
        <pc:sldMkLst>
          <pc:docMk/>
          <pc:sldMk cId="2089654013" sldId="259"/>
        </pc:sldMkLst>
        <pc:spChg chg="mod">
          <ac:chgData name="Могилёв|S| Могилёв|S|" userId="f3fe1d49af8eeeec" providerId="LiveId" clId="{EE93068F-5908-4AD7-A54E-2560AC35028B}" dt="2021-04-14T20:22:28.146" v="235" actId="122"/>
          <ac:spMkLst>
            <pc:docMk/>
            <pc:sldMk cId="2089654013" sldId="259"/>
            <ac:spMk id="2" creationId="{40A8F381-24E0-42EE-9D35-BB3BC796327A}"/>
          </ac:spMkLst>
        </pc:spChg>
        <pc:spChg chg="mod">
          <ac:chgData name="Могилёв|S| Могилёв|S|" userId="f3fe1d49af8eeeec" providerId="LiveId" clId="{EE93068F-5908-4AD7-A54E-2560AC35028B}" dt="2021-04-14T20:23:48.018" v="249" actId="20577"/>
          <ac:spMkLst>
            <pc:docMk/>
            <pc:sldMk cId="2089654013" sldId="259"/>
            <ac:spMk id="3" creationId="{67611A68-6C3C-423E-B654-4CDA6457BCF2}"/>
          </ac:spMkLst>
        </pc:spChg>
      </pc:sldChg>
      <pc:sldChg chg="delSp modSp new mod">
        <pc:chgData name="Могилёв|S| Могилёв|S|" userId="f3fe1d49af8eeeec" providerId="LiveId" clId="{EE93068F-5908-4AD7-A54E-2560AC35028B}" dt="2021-04-14T20:27:18.955" v="259" actId="5793"/>
        <pc:sldMkLst>
          <pc:docMk/>
          <pc:sldMk cId="317486467" sldId="260"/>
        </pc:sldMkLst>
        <pc:spChg chg="del">
          <ac:chgData name="Могилёв|S| Могилёв|S|" userId="f3fe1d49af8eeeec" providerId="LiveId" clId="{EE93068F-5908-4AD7-A54E-2560AC35028B}" dt="2021-04-14T20:26:54.281" v="253" actId="478"/>
          <ac:spMkLst>
            <pc:docMk/>
            <pc:sldMk cId="317486467" sldId="260"/>
            <ac:spMk id="2" creationId="{42FF50CB-652C-4C5C-97E9-CAAD00FBC98A}"/>
          </ac:spMkLst>
        </pc:spChg>
        <pc:spChg chg="mod">
          <ac:chgData name="Могилёв|S| Могилёв|S|" userId="f3fe1d49af8eeeec" providerId="LiveId" clId="{EE93068F-5908-4AD7-A54E-2560AC35028B}" dt="2021-04-14T20:27:18.955" v="259" actId="5793"/>
          <ac:spMkLst>
            <pc:docMk/>
            <pc:sldMk cId="317486467" sldId="260"/>
            <ac:spMk id="3" creationId="{81B5EAB9-45ED-44A6-AABB-2A4C7E2451EB}"/>
          </ac:spMkLst>
        </pc:spChg>
        <pc:spChg chg="del">
          <ac:chgData name="Могилёв|S| Могилёв|S|" userId="f3fe1d49af8eeeec" providerId="LiveId" clId="{EE93068F-5908-4AD7-A54E-2560AC35028B}" dt="2021-04-14T20:26:57.761" v="254" actId="478"/>
          <ac:spMkLst>
            <pc:docMk/>
            <pc:sldMk cId="317486467" sldId="260"/>
            <ac:spMk id="4" creationId="{3BE42266-19D9-42AA-9B63-367741CC31CE}"/>
          </ac:spMkLst>
        </pc:spChg>
      </pc:sldChg>
      <pc:sldChg chg="new del">
        <pc:chgData name="Могилёв|S| Могилёв|S|" userId="f3fe1d49af8eeeec" providerId="LiveId" clId="{EE93068F-5908-4AD7-A54E-2560AC35028B}" dt="2021-04-14T20:26:28.391" v="251" actId="680"/>
        <pc:sldMkLst>
          <pc:docMk/>
          <pc:sldMk cId="3840527762" sldId="260"/>
        </pc:sldMkLst>
      </pc:sldChg>
      <pc:sldChg chg="delSp modSp new mod">
        <pc:chgData name="Могилёв|S| Могилёв|S|" userId="f3fe1d49af8eeeec" providerId="LiveId" clId="{EE93068F-5908-4AD7-A54E-2560AC35028B}" dt="2021-04-14T20:30:31.408" v="267"/>
        <pc:sldMkLst>
          <pc:docMk/>
          <pc:sldMk cId="3305903973" sldId="261"/>
        </pc:sldMkLst>
        <pc:spChg chg="del">
          <ac:chgData name="Могилёв|S| Могилёв|S|" userId="f3fe1d49af8eeeec" providerId="LiveId" clId="{EE93068F-5908-4AD7-A54E-2560AC35028B}" dt="2021-04-14T20:30:15.075" v="262" actId="478"/>
          <ac:spMkLst>
            <pc:docMk/>
            <pc:sldMk cId="3305903973" sldId="261"/>
            <ac:spMk id="2" creationId="{D72C7DDF-AC5D-4A8D-814C-DE7C3BE19B1B}"/>
          </ac:spMkLst>
        </pc:spChg>
        <pc:spChg chg="mod">
          <ac:chgData name="Могилёв|S| Могилёв|S|" userId="f3fe1d49af8eeeec" providerId="LiveId" clId="{EE93068F-5908-4AD7-A54E-2560AC35028B}" dt="2021-04-14T20:30:31.408" v="267"/>
          <ac:spMkLst>
            <pc:docMk/>
            <pc:sldMk cId="3305903973" sldId="261"/>
            <ac:spMk id="3" creationId="{DE356C7F-63DA-440D-B1DE-7F954ABC285C}"/>
          </ac:spMkLst>
        </pc:spChg>
        <pc:spChg chg="del">
          <ac:chgData name="Могилёв|S| Могилёв|S|" userId="f3fe1d49af8eeeec" providerId="LiveId" clId="{EE93068F-5908-4AD7-A54E-2560AC35028B}" dt="2021-04-14T20:30:10.458" v="261" actId="478"/>
          <ac:spMkLst>
            <pc:docMk/>
            <pc:sldMk cId="3305903973" sldId="261"/>
            <ac:spMk id="4" creationId="{E22EBBA3-4454-40B1-B4D6-B73EA5EE1E80}"/>
          </ac:spMkLst>
        </pc:spChg>
      </pc:sldChg>
      <pc:sldChg chg="modSp new mod">
        <pc:chgData name="Могилёв|S| Могилёв|S|" userId="f3fe1d49af8eeeec" providerId="LiveId" clId="{EE93068F-5908-4AD7-A54E-2560AC35028B}" dt="2021-04-14T20:35:06.791" v="318" actId="20577"/>
        <pc:sldMkLst>
          <pc:docMk/>
          <pc:sldMk cId="1212112083" sldId="262"/>
        </pc:sldMkLst>
        <pc:spChg chg="mod">
          <ac:chgData name="Могилёв|S| Могилёв|S|" userId="f3fe1d49af8eeeec" providerId="LiveId" clId="{EE93068F-5908-4AD7-A54E-2560AC35028B}" dt="2021-04-14T20:35:06.791" v="318" actId="20577"/>
          <ac:spMkLst>
            <pc:docMk/>
            <pc:sldMk cId="1212112083" sldId="262"/>
            <ac:spMk id="2" creationId="{3B00C20D-DAFA-49B5-9D16-1EBD2D88B986}"/>
          </ac:spMkLst>
        </pc:spChg>
        <pc:spChg chg="mod">
          <ac:chgData name="Могилёв|S| Могилёв|S|" userId="f3fe1d49af8eeeec" providerId="LiveId" clId="{EE93068F-5908-4AD7-A54E-2560AC35028B}" dt="2021-04-14T20:34:49.653" v="305" actId="5793"/>
          <ac:spMkLst>
            <pc:docMk/>
            <pc:sldMk cId="1212112083" sldId="262"/>
            <ac:spMk id="3" creationId="{1AE0EA4F-E570-48FC-AF4D-682C6241D49F}"/>
          </ac:spMkLst>
        </pc:spChg>
      </pc:sldChg>
      <pc:sldChg chg="modSp new mod">
        <pc:chgData name="Могилёв|S| Могилёв|S|" userId="f3fe1d49af8eeeec" providerId="LiveId" clId="{EE93068F-5908-4AD7-A54E-2560AC35028B}" dt="2021-04-14T20:40:11.432" v="346" actId="27636"/>
        <pc:sldMkLst>
          <pc:docMk/>
          <pc:sldMk cId="452515548" sldId="263"/>
        </pc:sldMkLst>
        <pc:spChg chg="mod">
          <ac:chgData name="Могилёв|S| Могилёв|S|" userId="f3fe1d49af8eeeec" providerId="LiveId" clId="{EE93068F-5908-4AD7-A54E-2560AC35028B}" dt="2021-04-14T20:39:29.443" v="340" actId="1076"/>
          <ac:spMkLst>
            <pc:docMk/>
            <pc:sldMk cId="452515548" sldId="263"/>
            <ac:spMk id="2" creationId="{A9217264-63CA-4BA4-A2B3-3E459C1FC7E5}"/>
          </ac:spMkLst>
        </pc:spChg>
        <pc:spChg chg="mod">
          <ac:chgData name="Могилёв|S| Могилёв|S|" userId="f3fe1d49af8eeeec" providerId="LiveId" clId="{EE93068F-5908-4AD7-A54E-2560AC35028B}" dt="2021-04-14T20:40:11.432" v="346" actId="27636"/>
          <ac:spMkLst>
            <pc:docMk/>
            <pc:sldMk cId="452515548" sldId="263"/>
            <ac:spMk id="3" creationId="{3F0F7141-9F98-4472-AA80-C049ABC04226}"/>
          </ac:spMkLst>
        </pc:spChg>
      </pc:sldChg>
      <pc:sldChg chg="delSp modSp new mod">
        <pc:chgData name="Могилёв|S| Могилёв|S|" userId="f3fe1d49af8eeeec" providerId="LiveId" clId="{EE93068F-5908-4AD7-A54E-2560AC35028B}" dt="2021-04-14T20:45:06.286" v="365" actId="403"/>
        <pc:sldMkLst>
          <pc:docMk/>
          <pc:sldMk cId="3188318447" sldId="264"/>
        </pc:sldMkLst>
        <pc:spChg chg="del">
          <ac:chgData name="Могилёв|S| Могилёв|S|" userId="f3fe1d49af8eeeec" providerId="LiveId" clId="{EE93068F-5908-4AD7-A54E-2560AC35028B}" dt="2021-04-14T20:44:03.645" v="348" actId="478"/>
          <ac:spMkLst>
            <pc:docMk/>
            <pc:sldMk cId="3188318447" sldId="264"/>
            <ac:spMk id="2" creationId="{D06436C6-287F-4227-B58D-3ED3357DDFD3}"/>
          </ac:spMkLst>
        </pc:spChg>
        <pc:spChg chg="mod">
          <ac:chgData name="Могилёв|S| Могилёв|S|" userId="f3fe1d49af8eeeec" providerId="LiveId" clId="{EE93068F-5908-4AD7-A54E-2560AC35028B}" dt="2021-04-14T20:45:06.286" v="365" actId="403"/>
          <ac:spMkLst>
            <pc:docMk/>
            <pc:sldMk cId="3188318447" sldId="264"/>
            <ac:spMk id="3" creationId="{C9098731-87D4-4A31-9761-C37EE8B215A3}"/>
          </ac:spMkLst>
        </pc:spChg>
        <pc:spChg chg="del">
          <ac:chgData name="Могилёв|S| Могилёв|S|" userId="f3fe1d49af8eeeec" providerId="LiveId" clId="{EE93068F-5908-4AD7-A54E-2560AC35028B}" dt="2021-04-14T20:44:05.682" v="349" actId="478"/>
          <ac:spMkLst>
            <pc:docMk/>
            <pc:sldMk cId="3188318447" sldId="264"/>
            <ac:spMk id="4" creationId="{BDD4ECE2-9BE1-42B8-8393-CB8DD1A2D128}"/>
          </ac:spMkLst>
        </pc:spChg>
      </pc:sldChg>
      <pc:sldChg chg="modSp new mod">
        <pc:chgData name="Могилёв|S| Могилёв|S|" userId="f3fe1d49af8eeeec" providerId="LiveId" clId="{EE93068F-5908-4AD7-A54E-2560AC35028B}" dt="2021-04-14T20:47:23.833" v="399" actId="27636"/>
        <pc:sldMkLst>
          <pc:docMk/>
          <pc:sldMk cId="41840860" sldId="265"/>
        </pc:sldMkLst>
        <pc:spChg chg="mod">
          <ac:chgData name="Могилёв|S| Могилёв|S|" userId="f3fe1d49af8eeeec" providerId="LiveId" clId="{EE93068F-5908-4AD7-A54E-2560AC35028B}" dt="2021-04-14T20:47:14.174" v="395" actId="1076"/>
          <ac:spMkLst>
            <pc:docMk/>
            <pc:sldMk cId="41840860" sldId="265"/>
            <ac:spMk id="2" creationId="{35A22865-25D5-4617-9DB1-AC623C1A3428}"/>
          </ac:spMkLst>
        </pc:spChg>
        <pc:spChg chg="mod">
          <ac:chgData name="Могилёв|S| Могилёв|S|" userId="f3fe1d49af8eeeec" providerId="LiveId" clId="{EE93068F-5908-4AD7-A54E-2560AC35028B}" dt="2021-04-14T20:47:23.833" v="399" actId="27636"/>
          <ac:spMkLst>
            <pc:docMk/>
            <pc:sldMk cId="41840860" sldId="265"/>
            <ac:spMk id="3" creationId="{B2DB2EC7-9D14-4DBB-AADB-737A219E3C1D}"/>
          </ac:spMkLst>
        </pc:spChg>
      </pc:sldChg>
      <pc:sldChg chg="modSp new mod">
        <pc:chgData name="Могилёв|S| Могилёв|S|" userId="f3fe1d49af8eeeec" providerId="LiveId" clId="{EE93068F-5908-4AD7-A54E-2560AC35028B}" dt="2021-04-14T20:49:20.617" v="417" actId="122"/>
        <pc:sldMkLst>
          <pc:docMk/>
          <pc:sldMk cId="1540429704" sldId="266"/>
        </pc:sldMkLst>
        <pc:spChg chg="mod">
          <ac:chgData name="Могилёв|S| Могилёв|S|" userId="f3fe1d49af8eeeec" providerId="LiveId" clId="{EE93068F-5908-4AD7-A54E-2560AC35028B}" dt="2021-04-14T20:49:20.617" v="417" actId="122"/>
          <ac:spMkLst>
            <pc:docMk/>
            <pc:sldMk cId="1540429704" sldId="266"/>
            <ac:spMk id="2" creationId="{3A62EE9F-F324-4D02-828A-3854C03632C2}"/>
          </ac:spMkLst>
        </pc:spChg>
        <pc:spChg chg="mod">
          <ac:chgData name="Могилёв|S| Могилёв|S|" userId="f3fe1d49af8eeeec" providerId="LiveId" clId="{EE93068F-5908-4AD7-A54E-2560AC35028B}" dt="2021-04-14T20:49:05.807" v="412" actId="403"/>
          <ac:spMkLst>
            <pc:docMk/>
            <pc:sldMk cId="1540429704" sldId="266"/>
            <ac:spMk id="3" creationId="{D21E986F-B16B-4CDE-B1CF-388529D5B9F4}"/>
          </ac:spMkLst>
        </pc:spChg>
      </pc:sldChg>
      <pc:sldChg chg="addSp delSp modSp new mod">
        <pc:chgData name="Могилёв|S| Могилёв|S|" userId="f3fe1d49af8eeeec" providerId="LiveId" clId="{EE93068F-5908-4AD7-A54E-2560AC35028B}" dt="2021-04-14T20:51:49.126" v="444" actId="14100"/>
        <pc:sldMkLst>
          <pc:docMk/>
          <pc:sldMk cId="394569327" sldId="267"/>
        </pc:sldMkLst>
        <pc:spChg chg="mod">
          <ac:chgData name="Могилёв|S| Могилёв|S|" userId="f3fe1d49af8eeeec" providerId="LiveId" clId="{EE93068F-5908-4AD7-A54E-2560AC35028B}" dt="2021-04-14T20:50:18.303" v="422" actId="122"/>
          <ac:spMkLst>
            <pc:docMk/>
            <pc:sldMk cId="394569327" sldId="267"/>
            <ac:spMk id="2" creationId="{17E267E6-C42F-4FE6-8F0D-9034644A1FD1}"/>
          </ac:spMkLst>
        </pc:spChg>
        <pc:spChg chg="mod">
          <ac:chgData name="Могилёв|S| Могилёв|S|" userId="f3fe1d49af8eeeec" providerId="LiveId" clId="{EE93068F-5908-4AD7-A54E-2560AC35028B}" dt="2021-04-14T20:51:43.313" v="443" actId="5793"/>
          <ac:spMkLst>
            <pc:docMk/>
            <pc:sldMk cId="394569327" sldId="267"/>
            <ac:spMk id="3" creationId="{9AC629A8-F3C3-4C4A-A425-F22824FC7AA4}"/>
          </ac:spMkLst>
        </pc:spChg>
        <pc:spChg chg="del mod">
          <ac:chgData name="Могилёв|S| Могилёв|S|" userId="f3fe1d49af8eeeec" providerId="LiveId" clId="{EE93068F-5908-4AD7-A54E-2560AC35028B}" dt="2021-04-14T20:51:23.382" v="438"/>
          <ac:spMkLst>
            <pc:docMk/>
            <pc:sldMk cId="394569327" sldId="267"/>
            <ac:spMk id="4" creationId="{7662BCB4-1160-40C2-A8ED-7EAFEB652F94}"/>
          </ac:spMkLst>
        </pc:spChg>
        <pc:picChg chg="add mod">
          <ac:chgData name="Могилёв|S| Могилёв|S|" userId="f3fe1d49af8eeeec" providerId="LiveId" clId="{EE93068F-5908-4AD7-A54E-2560AC35028B}" dt="2021-04-14T20:51:49.126" v="444" actId="14100"/>
          <ac:picMkLst>
            <pc:docMk/>
            <pc:sldMk cId="394569327" sldId="267"/>
            <ac:picMk id="5" creationId="{2BC3AED7-295C-40D8-8657-ECFCA90C6784}"/>
          </ac:picMkLst>
        </pc:picChg>
      </pc:sldChg>
      <pc:sldChg chg="addSp delSp modSp new mod">
        <pc:chgData name="Могилёв|S| Могилёв|S|" userId="f3fe1d49af8eeeec" providerId="LiveId" clId="{EE93068F-5908-4AD7-A54E-2560AC35028B}" dt="2021-04-14T20:56:43.447" v="511" actId="123"/>
        <pc:sldMkLst>
          <pc:docMk/>
          <pc:sldMk cId="3989742867" sldId="268"/>
        </pc:sldMkLst>
        <pc:spChg chg="mod">
          <ac:chgData name="Могилёв|S| Могилёв|S|" userId="f3fe1d49af8eeeec" providerId="LiveId" clId="{EE93068F-5908-4AD7-A54E-2560AC35028B}" dt="2021-04-14T20:53:52.230" v="463" actId="1076"/>
          <ac:spMkLst>
            <pc:docMk/>
            <pc:sldMk cId="3989742867" sldId="268"/>
            <ac:spMk id="2" creationId="{6EBF4A6C-6E4C-49F3-A597-196150836B79}"/>
          </ac:spMkLst>
        </pc:spChg>
        <pc:spChg chg="mod">
          <ac:chgData name="Могилёв|S| Могилёв|S|" userId="f3fe1d49af8eeeec" providerId="LiveId" clId="{EE93068F-5908-4AD7-A54E-2560AC35028B}" dt="2021-04-14T20:56:43.447" v="511" actId="123"/>
          <ac:spMkLst>
            <pc:docMk/>
            <pc:sldMk cId="3989742867" sldId="268"/>
            <ac:spMk id="3" creationId="{3DCF01E7-0D16-44FB-9497-A84E21D4AA26}"/>
          </ac:spMkLst>
        </pc:spChg>
        <pc:spChg chg="del mod">
          <ac:chgData name="Могилёв|S| Могилёв|S|" userId="f3fe1d49af8eeeec" providerId="LiveId" clId="{EE93068F-5908-4AD7-A54E-2560AC35028B}" dt="2021-04-14T20:55:01.113" v="492"/>
          <ac:spMkLst>
            <pc:docMk/>
            <pc:sldMk cId="3989742867" sldId="268"/>
            <ac:spMk id="4" creationId="{85B67FE5-E006-49FD-842C-3C0AF12A430E}"/>
          </ac:spMkLst>
        </pc:spChg>
        <pc:picChg chg="add mod">
          <ac:chgData name="Могилёв|S| Могилёв|S|" userId="f3fe1d49af8eeeec" providerId="LiveId" clId="{EE93068F-5908-4AD7-A54E-2560AC35028B}" dt="2021-04-14T20:55:18.546" v="495" actId="14100"/>
          <ac:picMkLst>
            <pc:docMk/>
            <pc:sldMk cId="3989742867" sldId="268"/>
            <ac:picMk id="5" creationId="{DD5D08C8-2D8A-4773-9694-A118F268296C}"/>
          </ac:picMkLst>
        </pc:picChg>
      </pc:sldChg>
      <pc:sldChg chg="addSp delSp modSp new mod modClrScheme chgLayout">
        <pc:chgData name="Могилёв|S| Могилёв|S|" userId="f3fe1d49af8eeeec" providerId="LiveId" clId="{EE93068F-5908-4AD7-A54E-2560AC35028B}" dt="2021-04-14T20:58:42.583" v="521"/>
        <pc:sldMkLst>
          <pc:docMk/>
          <pc:sldMk cId="1648185448" sldId="269"/>
        </pc:sldMkLst>
        <pc:spChg chg="mod ord">
          <ac:chgData name="Могилёв|S| Могилёв|S|" userId="f3fe1d49af8eeeec" providerId="LiveId" clId="{EE93068F-5908-4AD7-A54E-2560AC35028B}" dt="2021-04-14T20:58:24.380" v="519" actId="700"/>
          <ac:spMkLst>
            <pc:docMk/>
            <pc:sldMk cId="1648185448" sldId="269"/>
            <ac:spMk id="2" creationId="{ACB4C74F-7DD2-4DDE-8182-619C6E17C07F}"/>
          </ac:spMkLst>
        </pc:spChg>
        <pc:spChg chg="add del mod ord">
          <ac:chgData name="Могилёв|S| Могилёв|S|" userId="f3fe1d49af8eeeec" providerId="LiveId" clId="{EE93068F-5908-4AD7-A54E-2560AC35028B}" dt="2021-04-14T20:58:24.380" v="519" actId="700"/>
          <ac:spMkLst>
            <pc:docMk/>
            <pc:sldMk cId="1648185448" sldId="269"/>
            <ac:spMk id="3" creationId="{D61DD1E0-0BF8-4011-BB29-63E1990D464F}"/>
          </ac:spMkLst>
        </pc:spChg>
        <pc:spChg chg="add del mod ord">
          <ac:chgData name="Могилёв|S| Могилёв|S|" userId="f3fe1d49af8eeeec" providerId="LiveId" clId="{EE93068F-5908-4AD7-A54E-2560AC35028B}" dt="2021-04-14T20:58:27.959" v="520"/>
          <ac:spMkLst>
            <pc:docMk/>
            <pc:sldMk cId="1648185448" sldId="269"/>
            <ac:spMk id="5" creationId="{4BBCA4E5-73CF-4F10-A1ED-272FE6F269F7}"/>
          </ac:spMkLst>
        </pc:spChg>
        <pc:spChg chg="add del mod ord">
          <ac:chgData name="Могилёв|S| Могилёв|S|" userId="f3fe1d49af8eeeec" providerId="LiveId" clId="{EE93068F-5908-4AD7-A54E-2560AC35028B}" dt="2021-04-14T20:58:42.583" v="521"/>
          <ac:spMkLst>
            <pc:docMk/>
            <pc:sldMk cId="1648185448" sldId="269"/>
            <ac:spMk id="6" creationId="{F80B715D-DFAF-435D-8EE6-E3316F04B3E1}"/>
          </ac:spMkLst>
        </pc:spChg>
        <pc:picChg chg="add mod">
          <ac:chgData name="Могилёв|S| Могилёв|S|" userId="f3fe1d49af8eeeec" providerId="LiveId" clId="{EE93068F-5908-4AD7-A54E-2560AC35028B}" dt="2021-04-14T20:58:14.736" v="518"/>
          <ac:picMkLst>
            <pc:docMk/>
            <pc:sldMk cId="1648185448" sldId="269"/>
            <ac:picMk id="4" creationId="{794F1AF2-6457-40E1-BA77-A938A6BDCBDF}"/>
          </ac:picMkLst>
        </pc:picChg>
        <pc:picChg chg="add mod">
          <ac:chgData name="Могилёв|S| Могилёв|S|" userId="f3fe1d49af8eeeec" providerId="LiveId" clId="{EE93068F-5908-4AD7-A54E-2560AC35028B}" dt="2021-04-14T20:58:27.959" v="520"/>
          <ac:picMkLst>
            <pc:docMk/>
            <pc:sldMk cId="1648185448" sldId="269"/>
            <ac:picMk id="7" creationId="{BDA7C49A-5B11-402C-8658-24628D0F8C3A}"/>
          </ac:picMkLst>
        </pc:picChg>
        <pc:picChg chg="add mod">
          <ac:chgData name="Могилёв|S| Могилёв|S|" userId="f3fe1d49af8eeeec" providerId="LiveId" clId="{EE93068F-5908-4AD7-A54E-2560AC35028B}" dt="2021-04-14T20:58:42.583" v="521"/>
          <ac:picMkLst>
            <pc:docMk/>
            <pc:sldMk cId="1648185448" sldId="269"/>
            <ac:picMk id="8" creationId="{84583CB9-CA05-40A9-95E3-0AB3C655B635}"/>
          </ac:picMkLst>
        </pc:picChg>
      </pc:sldChg>
      <pc:sldChg chg="modSp new mod">
        <pc:chgData name="Могилёв|S| Могилёв|S|" userId="f3fe1d49af8eeeec" providerId="LiveId" clId="{EE93068F-5908-4AD7-A54E-2560AC35028B}" dt="2021-04-14T21:00:58.707" v="547" actId="20577"/>
        <pc:sldMkLst>
          <pc:docMk/>
          <pc:sldMk cId="1116648700" sldId="270"/>
        </pc:sldMkLst>
        <pc:spChg chg="mod">
          <ac:chgData name="Могилёв|S| Могилёв|S|" userId="f3fe1d49af8eeeec" providerId="LiveId" clId="{EE93068F-5908-4AD7-A54E-2560AC35028B}" dt="2021-04-14T20:59:45.247" v="528" actId="122"/>
          <ac:spMkLst>
            <pc:docMk/>
            <pc:sldMk cId="1116648700" sldId="270"/>
            <ac:spMk id="2" creationId="{5EFBDC63-6D11-42D2-9D83-CE7193688B46}"/>
          </ac:spMkLst>
        </pc:spChg>
        <pc:spChg chg="mod">
          <ac:chgData name="Могилёв|S| Могилёв|S|" userId="f3fe1d49af8eeeec" providerId="LiveId" clId="{EE93068F-5908-4AD7-A54E-2560AC35028B}" dt="2021-04-14T21:00:58.707" v="547" actId="20577"/>
          <ac:spMkLst>
            <pc:docMk/>
            <pc:sldMk cId="1116648700" sldId="270"/>
            <ac:spMk id="3" creationId="{726D9D2A-E704-45FC-8EAD-C6C0457C222D}"/>
          </ac:spMkLst>
        </pc:spChg>
      </pc:sldChg>
      <pc:sldChg chg="addSp delSp modSp new add del mod modClrScheme chgLayout">
        <pc:chgData name="Могилёв|S| Могилёв|S|" userId="f3fe1d49af8eeeec" providerId="LiveId" clId="{EE93068F-5908-4AD7-A54E-2560AC35028B}" dt="2021-04-14T21:16:21.944" v="764" actId="123"/>
        <pc:sldMkLst>
          <pc:docMk/>
          <pc:sldMk cId="2091839646" sldId="271"/>
        </pc:sldMkLst>
        <pc:spChg chg="mod ord">
          <ac:chgData name="Могилёв|S| Могилёв|S|" userId="f3fe1d49af8eeeec" providerId="LiveId" clId="{EE93068F-5908-4AD7-A54E-2560AC35028B}" dt="2021-04-14T21:09:51.330" v="651" actId="14100"/>
          <ac:spMkLst>
            <pc:docMk/>
            <pc:sldMk cId="2091839646" sldId="271"/>
            <ac:spMk id="2" creationId="{9E4C8CB6-56AB-43BA-BC37-F2F68DE88FFD}"/>
          </ac:spMkLst>
        </pc:spChg>
        <pc:spChg chg="del mod ord">
          <ac:chgData name="Могилёв|S| Могилёв|S|" userId="f3fe1d49af8eeeec" providerId="LiveId" clId="{EE93068F-5908-4AD7-A54E-2560AC35028B}" dt="2021-04-14T21:02:25.046" v="585" actId="700"/>
          <ac:spMkLst>
            <pc:docMk/>
            <pc:sldMk cId="2091839646" sldId="271"/>
            <ac:spMk id="3" creationId="{5C7956EF-1454-4216-990E-E7C2C4DC3B84}"/>
          </ac:spMkLst>
        </pc:spChg>
        <pc:spChg chg="add mod ord">
          <ac:chgData name="Могилёв|S| Могилёв|S|" userId="f3fe1d49af8eeeec" providerId="LiveId" clId="{EE93068F-5908-4AD7-A54E-2560AC35028B}" dt="2021-04-14T21:16:21.944" v="764" actId="123"/>
          <ac:spMkLst>
            <pc:docMk/>
            <pc:sldMk cId="2091839646" sldId="271"/>
            <ac:spMk id="4" creationId="{A248185B-579A-4016-A743-DCEFD0C0C0B2}"/>
          </ac:spMkLst>
        </pc:spChg>
        <pc:spChg chg="add del mod ord">
          <ac:chgData name="Могилёв|S| Могилёв|S|" userId="f3fe1d49af8eeeec" providerId="LiveId" clId="{EE93068F-5908-4AD7-A54E-2560AC35028B}" dt="2021-04-14T21:04:32.187" v="617" actId="478"/>
          <ac:spMkLst>
            <pc:docMk/>
            <pc:sldMk cId="2091839646" sldId="271"/>
            <ac:spMk id="5" creationId="{945870DC-F9F3-4606-B634-3256DCF5854B}"/>
          </ac:spMkLst>
        </pc:spChg>
        <pc:spChg chg="add mod ord">
          <ac:chgData name="Могилёв|S| Могилёв|S|" userId="f3fe1d49af8eeeec" providerId="LiveId" clId="{EE93068F-5908-4AD7-A54E-2560AC35028B}" dt="2021-04-14T21:09:26.541" v="649" actId="1076"/>
          <ac:spMkLst>
            <pc:docMk/>
            <pc:sldMk cId="2091839646" sldId="271"/>
            <ac:spMk id="6" creationId="{0BEE80A7-3D3C-4ECE-A87F-2A87F95FAE4F}"/>
          </ac:spMkLst>
        </pc:spChg>
        <pc:picChg chg="del mod">
          <ac:chgData name="Могилёв|S| Могилёв|S|" userId="f3fe1d49af8eeeec" providerId="LiveId" clId="{EE93068F-5908-4AD7-A54E-2560AC35028B}" dt="2021-04-14T21:04:19.225" v="614"/>
          <ac:picMkLst>
            <pc:docMk/>
            <pc:sldMk cId="2091839646" sldId="271"/>
            <ac:picMk id="1026" creationId="{36713856-6A3E-481A-9EF4-021F21D8FDC1}"/>
          </ac:picMkLst>
        </pc:picChg>
        <pc:picChg chg="add mod">
          <ac:chgData name="Могилёв|S| Могилёв|S|" userId="f3fe1d49af8eeeec" providerId="LiveId" clId="{EE93068F-5908-4AD7-A54E-2560AC35028B}" dt="2021-04-14T21:08:55.031" v="637" actId="14100"/>
          <ac:picMkLst>
            <pc:docMk/>
            <pc:sldMk cId="2091839646" sldId="271"/>
            <ac:picMk id="1027" creationId="{8C2DF9CA-6A4D-471F-BF61-03DE3A2900FC}"/>
          </ac:picMkLst>
        </pc:picChg>
      </pc:sldChg>
      <pc:sldChg chg="modSp new mod">
        <pc:chgData name="Могилёв|S| Могилёв|S|" userId="f3fe1d49af8eeeec" providerId="LiveId" clId="{EE93068F-5908-4AD7-A54E-2560AC35028B}" dt="2021-04-14T21:13:13.690" v="704" actId="27636"/>
        <pc:sldMkLst>
          <pc:docMk/>
          <pc:sldMk cId="555291835" sldId="272"/>
        </pc:sldMkLst>
        <pc:spChg chg="mod">
          <ac:chgData name="Могилёв|S| Могилёв|S|" userId="f3fe1d49af8eeeec" providerId="LiveId" clId="{EE93068F-5908-4AD7-A54E-2560AC35028B}" dt="2021-04-14T21:11:13.922" v="658" actId="122"/>
          <ac:spMkLst>
            <pc:docMk/>
            <pc:sldMk cId="555291835" sldId="272"/>
            <ac:spMk id="2" creationId="{3BD54AF1-B4A7-4A1F-AA08-0833791A9879}"/>
          </ac:spMkLst>
        </pc:spChg>
        <pc:spChg chg="mod">
          <ac:chgData name="Могилёв|S| Могилёв|S|" userId="f3fe1d49af8eeeec" providerId="LiveId" clId="{EE93068F-5908-4AD7-A54E-2560AC35028B}" dt="2021-04-14T21:13:13.690" v="704" actId="27636"/>
          <ac:spMkLst>
            <pc:docMk/>
            <pc:sldMk cId="555291835" sldId="272"/>
            <ac:spMk id="3" creationId="{B6C9C599-4810-4BE5-B8CF-2669DDDC08C2}"/>
          </ac:spMkLst>
        </pc:spChg>
      </pc:sldChg>
      <pc:sldChg chg="addSp modSp new mod">
        <pc:chgData name="Могилёв|S| Могилёв|S|" userId="f3fe1d49af8eeeec" providerId="LiveId" clId="{EE93068F-5908-4AD7-A54E-2560AC35028B}" dt="2021-04-14T21:17:45.599" v="779" actId="5793"/>
        <pc:sldMkLst>
          <pc:docMk/>
          <pc:sldMk cId="2754317785" sldId="273"/>
        </pc:sldMkLst>
        <pc:spChg chg="mod">
          <ac:chgData name="Могилёв|S| Могилёв|S|" userId="f3fe1d49af8eeeec" providerId="LiveId" clId="{EE93068F-5908-4AD7-A54E-2560AC35028B}" dt="2021-04-14T21:14:48.227" v="742" actId="14100"/>
          <ac:spMkLst>
            <pc:docMk/>
            <pc:sldMk cId="2754317785" sldId="273"/>
            <ac:spMk id="2" creationId="{1683CDC0-2961-497D-9120-2398FD8B944B}"/>
          </ac:spMkLst>
        </pc:spChg>
        <pc:spChg chg="mod">
          <ac:chgData name="Могилёв|S| Могилёв|S|" userId="f3fe1d49af8eeeec" providerId="LiveId" clId="{EE93068F-5908-4AD7-A54E-2560AC35028B}" dt="2021-04-14T21:16:02.952" v="763" actId="123"/>
          <ac:spMkLst>
            <pc:docMk/>
            <pc:sldMk cId="2754317785" sldId="273"/>
            <ac:spMk id="3" creationId="{9DA3B115-5F4A-4E76-AD5D-02D091707D71}"/>
          </ac:spMkLst>
        </pc:spChg>
        <pc:spChg chg="mod">
          <ac:chgData name="Могилёв|S| Могилёв|S|" userId="f3fe1d49af8eeeec" providerId="LiveId" clId="{EE93068F-5908-4AD7-A54E-2560AC35028B}" dt="2021-04-14T21:17:45.599" v="779" actId="5793"/>
          <ac:spMkLst>
            <pc:docMk/>
            <pc:sldMk cId="2754317785" sldId="273"/>
            <ac:spMk id="4" creationId="{46EC969B-3BEA-4A00-B7EB-8500B27701D8}"/>
          </ac:spMkLst>
        </pc:spChg>
        <pc:picChg chg="add mod">
          <ac:chgData name="Могилёв|S| Могилёв|S|" userId="f3fe1d49af8eeeec" providerId="LiveId" clId="{EE93068F-5908-4AD7-A54E-2560AC35028B}" dt="2021-04-14T21:17:17.117" v="769" actId="14100"/>
          <ac:picMkLst>
            <pc:docMk/>
            <pc:sldMk cId="2754317785" sldId="273"/>
            <ac:picMk id="2050" creationId="{5C0E298A-D3E7-4CCA-84F0-CFC520600D59}"/>
          </ac:picMkLst>
        </pc:picChg>
      </pc:sldChg>
      <pc:sldChg chg="addSp delSp modSp new mod">
        <pc:chgData name="Могилёв|S| Могилёв|S|" userId="f3fe1d49af8eeeec" providerId="LiveId" clId="{EE93068F-5908-4AD7-A54E-2560AC35028B}" dt="2021-04-14T21:18:58.353" v="787" actId="14100"/>
        <pc:sldMkLst>
          <pc:docMk/>
          <pc:sldMk cId="3825324917" sldId="274"/>
        </pc:sldMkLst>
        <pc:spChg chg="mod">
          <ac:chgData name="Могилёв|S| Могилёв|S|" userId="f3fe1d49af8eeeec" providerId="LiveId" clId="{EE93068F-5908-4AD7-A54E-2560AC35028B}" dt="2021-04-14T21:18:39.830" v="784" actId="122"/>
          <ac:spMkLst>
            <pc:docMk/>
            <pc:sldMk cId="3825324917" sldId="274"/>
            <ac:spMk id="2" creationId="{C28904F4-7A00-49F8-8A23-491509F06A9E}"/>
          </ac:spMkLst>
        </pc:spChg>
        <pc:spChg chg="del">
          <ac:chgData name="Могилёв|S| Могилёв|S|" userId="f3fe1d49af8eeeec" providerId="LiveId" clId="{EE93068F-5908-4AD7-A54E-2560AC35028B}" dt="2021-04-14T21:18:51.580" v="785"/>
          <ac:spMkLst>
            <pc:docMk/>
            <pc:sldMk cId="3825324917" sldId="274"/>
            <ac:spMk id="3" creationId="{F7C28961-4256-4F63-B000-76A24D1969CF}"/>
          </ac:spMkLst>
        </pc:spChg>
        <pc:picChg chg="add mod">
          <ac:chgData name="Могилёв|S| Могилёв|S|" userId="f3fe1d49af8eeeec" providerId="LiveId" clId="{EE93068F-5908-4AD7-A54E-2560AC35028B}" dt="2021-04-14T21:18:58.353" v="787" actId="14100"/>
          <ac:picMkLst>
            <pc:docMk/>
            <pc:sldMk cId="3825324917" sldId="274"/>
            <ac:picMk id="4" creationId="{46FC0FCA-03E9-4051-94B5-FA5D73AFC1F8}"/>
          </ac:picMkLst>
        </pc:picChg>
      </pc:sldChg>
      <pc:sldChg chg="modSp new mod">
        <pc:chgData name="Могилёв|S| Могилёв|S|" userId="f3fe1d49af8eeeec" providerId="LiveId" clId="{EE93068F-5908-4AD7-A54E-2560AC35028B}" dt="2021-04-14T21:20:46.487" v="855" actId="404"/>
        <pc:sldMkLst>
          <pc:docMk/>
          <pc:sldMk cId="3704298139" sldId="275"/>
        </pc:sldMkLst>
        <pc:spChg chg="mod">
          <ac:chgData name="Могилёв|S| Могилёв|S|" userId="f3fe1d49af8eeeec" providerId="LiveId" clId="{EE93068F-5908-4AD7-A54E-2560AC35028B}" dt="2021-04-14T21:19:24.635" v="798" actId="122"/>
          <ac:spMkLst>
            <pc:docMk/>
            <pc:sldMk cId="3704298139" sldId="275"/>
            <ac:spMk id="2" creationId="{F9B2ED47-05EC-483A-A46E-382D86E53CA4}"/>
          </ac:spMkLst>
        </pc:spChg>
        <pc:spChg chg="mod">
          <ac:chgData name="Могилёв|S| Могилёв|S|" userId="f3fe1d49af8eeeec" providerId="LiveId" clId="{EE93068F-5908-4AD7-A54E-2560AC35028B}" dt="2021-04-14T21:20:46.487" v="855" actId="404"/>
          <ac:spMkLst>
            <pc:docMk/>
            <pc:sldMk cId="3704298139" sldId="275"/>
            <ac:spMk id="3" creationId="{A3B68F54-DBC4-4FEE-ADBF-B2B0AF213305}"/>
          </ac:spMkLst>
        </pc:spChg>
      </pc:sldChg>
      <pc:sldChg chg="modSp new mod">
        <pc:chgData name="Могилёв|S| Могилёв|S|" userId="f3fe1d49af8eeeec" providerId="LiveId" clId="{EE93068F-5908-4AD7-A54E-2560AC35028B}" dt="2021-04-14T21:25:03.375" v="876" actId="27636"/>
        <pc:sldMkLst>
          <pc:docMk/>
          <pc:sldMk cId="4000245931" sldId="276"/>
        </pc:sldMkLst>
        <pc:spChg chg="mod">
          <ac:chgData name="Могилёв|S| Могилёв|S|" userId="f3fe1d49af8eeeec" providerId="LiveId" clId="{EE93068F-5908-4AD7-A54E-2560AC35028B}" dt="2021-04-14T21:24:26.735" v="870" actId="14100"/>
          <ac:spMkLst>
            <pc:docMk/>
            <pc:sldMk cId="4000245931" sldId="276"/>
            <ac:spMk id="2" creationId="{1E9F8D47-E949-463D-B9D2-D5016D783AC9}"/>
          </ac:spMkLst>
        </pc:spChg>
        <pc:spChg chg="mod">
          <ac:chgData name="Могилёв|S| Могилёв|S|" userId="f3fe1d49af8eeeec" providerId="LiveId" clId="{EE93068F-5908-4AD7-A54E-2560AC35028B}" dt="2021-04-14T21:25:03.375" v="876" actId="27636"/>
          <ac:spMkLst>
            <pc:docMk/>
            <pc:sldMk cId="4000245931" sldId="276"/>
            <ac:spMk id="3" creationId="{88C25C4F-7ED2-4261-AD59-6D73F7C627F8}"/>
          </ac:spMkLst>
        </pc:spChg>
      </pc:sldChg>
      <pc:sldChg chg="addSp delSp modSp new mod">
        <pc:chgData name="Могилёв|S| Могилёв|S|" userId="f3fe1d49af8eeeec" providerId="LiveId" clId="{EE93068F-5908-4AD7-A54E-2560AC35028B}" dt="2021-04-14T21:23:37.940" v="868" actId="14100"/>
        <pc:sldMkLst>
          <pc:docMk/>
          <pc:sldMk cId="3483636135" sldId="277"/>
        </pc:sldMkLst>
        <pc:spChg chg="mod">
          <ac:chgData name="Могилёв|S| Могилёв|S|" userId="f3fe1d49af8eeeec" providerId="LiveId" clId="{EE93068F-5908-4AD7-A54E-2560AC35028B}" dt="2021-04-14T21:23:21.015" v="865" actId="122"/>
          <ac:spMkLst>
            <pc:docMk/>
            <pc:sldMk cId="3483636135" sldId="277"/>
            <ac:spMk id="2" creationId="{11CC7AD4-6577-4FD5-97FE-F87747E4AE57}"/>
          </ac:spMkLst>
        </pc:spChg>
        <pc:spChg chg="del">
          <ac:chgData name="Могилёв|S| Могилёв|S|" userId="f3fe1d49af8eeeec" providerId="LiveId" clId="{EE93068F-5908-4AD7-A54E-2560AC35028B}" dt="2021-04-14T21:23:32.909" v="866"/>
          <ac:spMkLst>
            <pc:docMk/>
            <pc:sldMk cId="3483636135" sldId="277"/>
            <ac:spMk id="3" creationId="{306377B4-81B8-4B68-AFAB-CA7BBD3071F3}"/>
          </ac:spMkLst>
        </pc:spChg>
        <pc:picChg chg="add mod">
          <ac:chgData name="Могилёв|S| Могилёв|S|" userId="f3fe1d49af8eeeec" providerId="LiveId" clId="{EE93068F-5908-4AD7-A54E-2560AC35028B}" dt="2021-04-14T21:23:37.940" v="868" actId="14100"/>
          <ac:picMkLst>
            <pc:docMk/>
            <pc:sldMk cId="3483636135" sldId="277"/>
            <ac:picMk id="4" creationId="{5CCF99A4-A434-4BB1-AF16-7086E72000BB}"/>
          </ac:picMkLst>
        </pc:picChg>
      </pc:sldChg>
      <pc:sldChg chg="modSp new mod">
        <pc:chgData name="Могилёв|S| Могилёв|S|" userId="f3fe1d49af8eeeec" providerId="LiveId" clId="{EE93068F-5908-4AD7-A54E-2560AC35028B}" dt="2021-04-14T21:26:29.080" v="910" actId="14100"/>
        <pc:sldMkLst>
          <pc:docMk/>
          <pc:sldMk cId="3835757086" sldId="278"/>
        </pc:sldMkLst>
        <pc:spChg chg="mod">
          <ac:chgData name="Могилёв|S| Могилёв|S|" userId="f3fe1d49af8eeeec" providerId="LiveId" clId="{EE93068F-5908-4AD7-A54E-2560AC35028B}" dt="2021-04-14T21:26:29.080" v="910" actId="14100"/>
          <ac:spMkLst>
            <pc:docMk/>
            <pc:sldMk cId="3835757086" sldId="278"/>
            <ac:spMk id="2" creationId="{0F4AA1ED-3BA0-4B24-8647-3B6D46614F7D}"/>
          </ac:spMkLst>
        </pc:spChg>
        <pc:spChg chg="mod">
          <ac:chgData name="Могилёв|S| Могилёв|S|" userId="f3fe1d49af8eeeec" providerId="LiveId" clId="{EE93068F-5908-4AD7-A54E-2560AC35028B}" dt="2021-04-14T21:26:22.191" v="908" actId="27636"/>
          <ac:spMkLst>
            <pc:docMk/>
            <pc:sldMk cId="3835757086" sldId="278"/>
            <ac:spMk id="3" creationId="{390D166C-A169-42F8-8CE2-1099E54B2DB0}"/>
          </ac:spMkLst>
        </pc:spChg>
      </pc:sldChg>
      <pc:sldChg chg="addSp delSp modSp new mod">
        <pc:chgData name="Могилёв|S| Могилёв|S|" userId="f3fe1d49af8eeeec" providerId="LiveId" clId="{EE93068F-5908-4AD7-A54E-2560AC35028B}" dt="2021-04-14T21:35:04.065" v="990" actId="122"/>
        <pc:sldMkLst>
          <pc:docMk/>
          <pc:sldMk cId="2202044065" sldId="279"/>
        </pc:sldMkLst>
        <pc:spChg chg="mod">
          <ac:chgData name="Могилёв|S| Могилёв|S|" userId="f3fe1d49af8eeeec" providerId="LiveId" clId="{EE93068F-5908-4AD7-A54E-2560AC35028B}" dt="2021-04-14T21:35:04.065" v="990" actId="122"/>
          <ac:spMkLst>
            <pc:docMk/>
            <pc:sldMk cId="2202044065" sldId="279"/>
            <ac:spMk id="2" creationId="{46E5083F-D431-421C-BE1C-D76530B1A195}"/>
          </ac:spMkLst>
        </pc:spChg>
        <pc:spChg chg="mod">
          <ac:chgData name="Могилёв|S| Могилёв|S|" userId="f3fe1d49af8eeeec" providerId="LiveId" clId="{EE93068F-5908-4AD7-A54E-2560AC35028B}" dt="2021-04-14T21:29:35.975" v="939" actId="20577"/>
          <ac:spMkLst>
            <pc:docMk/>
            <pc:sldMk cId="2202044065" sldId="279"/>
            <ac:spMk id="3" creationId="{CEB4FCAD-C42C-4A48-B62D-199A28968C06}"/>
          </ac:spMkLst>
        </pc:spChg>
        <pc:spChg chg="del mod">
          <ac:chgData name="Могилёв|S| Могилёв|S|" userId="f3fe1d49af8eeeec" providerId="LiveId" clId="{EE93068F-5908-4AD7-A54E-2560AC35028B}" dt="2021-04-14T21:28:13.943" v="929"/>
          <ac:spMkLst>
            <pc:docMk/>
            <pc:sldMk cId="2202044065" sldId="279"/>
            <ac:spMk id="4" creationId="{7C3CAEC9-40C2-4D9C-A99A-044911C5E109}"/>
          </ac:spMkLst>
        </pc:spChg>
        <pc:picChg chg="add mod">
          <ac:chgData name="Могилёв|S| Могилёв|S|" userId="f3fe1d49af8eeeec" providerId="LiveId" clId="{EE93068F-5908-4AD7-A54E-2560AC35028B}" dt="2021-04-14T21:28:34.819" v="935" actId="14100"/>
          <ac:picMkLst>
            <pc:docMk/>
            <pc:sldMk cId="2202044065" sldId="279"/>
            <ac:picMk id="5" creationId="{115C48B5-C2BE-4DEC-82F6-2EABC9A80F76}"/>
          </ac:picMkLst>
        </pc:picChg>
      </pc:sldChg>
      <pc:sldChg chg="delSp modSp new mod">
        <pc:chgData name="Могилёв|S| Могилёв|S|" userId="f3fe1d49af8eeeec" providerId="LiveId" clId="{EE93068F-5908-4AD7-A54E-2560AC35028B}" dt="2021-04-14T21:30:41.389" v="949" actId="123"/>
        <pc:sldMkLst>
          <pc:docMk/>
          <pc:sldMk cId="3780028378" sldId="280"/>
        </pc:sldMkLst>
        <pc:spChg chg="del">
          <ac:chgData name="Могилёв|S| Могилёв|S|" userId="f3fe1d49af8eeeec" providerId="LiveId" clId="{EE93068F-5908-4AD7-A54E-2560AC35028B}" dt="2021-04-14T21:30:16.012" v="941" actId="478"/>
          <ac:spMkLst>
            <pc:docMk/>
            <pc:sldMk cId="3780028378" sldId="280"/>
            <ac:spMk id="2" creationId="{5FA0C10E-F850-47BE-B157-06250219FEC7}"/>
          </ac:spMkLst>
        </pc:spChg>
        <pc:spChg chg="mod">
          <ac:chgData name="Могилёв|S| Могилёв|S|" userId="f3fe1d49af8eeeec" providerId="LiveId" clId="{EE93068F-5908-4AD7-A54E-2560AC35028B}" dt="2021-04-14T21:30:41.389" v="949" actId="123"/>
          <ac:spMkLst>
            <pc:docMk/>
            <pc:sldMk cId="3780028378" sldId="280"/>
            <ac:spMk id="3" creationId="{12EFB29F-EFD6-46A5-BE46-2BCED60B8DD9}"/>
          </ac:spMkLst>
        </pc:spChg>
        <pc:spChg chg="del">
          <ac:chgData name="Могилёв|S| Могилёв|S|" userId="f3fe1d49af8eeeec" providerId="LiveId" clId="{EE93068F-5908-4AD7-A54E-2560AC35028B}" dt="2021-04-14T21:30:17.695" v="942" actId="478"/>
          <ac:spMkLst>
            <pc:docMk/>
            <pc:sldMk cId="3780028378" sldId="280"/>
            <ac:spMk id="4" creationId="{E385D7AB-5244-4865-A89F-22945F545E40}"/>
          </ac:spMkLst>
        </pc:spChg>
      </pc:sldChg>
      <pc:sldChg chg="modSp new mod">
        <pc:chgData name="Могилёв|S| Могилёв|S|" userId="f3fe1d49af8eeeec" providerId="LiveId" clId="{EE93068F-5908-4AD7-A54E-2560AC35028B}" dt="2021-04-14T21:34:02.511" v="980" actId="403"/>
        <pc:sldMkLst>
          <pc:docMk/>
          <pc:sldMk cId="3006178500" sldId="281"/>
        </pc:sldMkLst>
        <pc:spChg chg="mod">
          <ac:chgData name="Могилёв|S| Могилёв|S|" userId="f3fe1d49af8eeeec" providerId="LiveId" clId="{EE93068F-5908-4AD7-A54E-2560AC35028B}" dt="2021-04-14T21:31:45.316" v="956" actId="404"/>
          <ac:spMkLst>
            <pc:docMk/>
            <pc:sldMk cId="3006178500" sldId="281"/>
            <ac:spMk id="2" creationId="{7CE7F54E-C8A9-4230-97F8-7CF26037EE1D}"/>
          </ac:spMkLst>
        </pc:spChg>
        <pc:spChg chg="mod">
          <ac:chgData name="Могилёв|S| Могилёв|S|" userId="f3fe1d49af8eeeec" providerId="LiveId" clId="{EE93068F-5908-4AD7-A54E-2560AC35028B}" dt="2021-04-14T21:34:02.511" v="980" actId="403"/>
          <ac:spMkLst>
            <pc:docMk/>
            <pc:sldMk cId="3006178500" sldId="281"/>
            <ac:spMk id="3" creationId="{329831E7-852F-4509-AC49-D6EFF2C6490C}"/>
          </ac:spMkLst>
        </pc:spChg>
        <pc:spChg chg="mod">
          <ac:chgData name="Могилёв|S| Могилёв|S|" userId="f3fe1d49af8eeeec" providerId="LiveId" clId="{EE93068F-5908-4AD7-A54E-2560AC35028B}" dt="2021-04-14T21:33:02.429" v="975" actId="1076"/>
          <ac:spMkLst>
            <pc:docMk/>
            <pc:sldMk cId="3006178500" sldId="281"/>
            <ac:spMk id="4" creationId="{A51C7549-BDDA-46A8-B74D-885CF1B72183}"/>
          </ac:spMkLst>
        </pc:spChg>
      </pc:sldChg>
      <pc:sldChg chg="modSp new mod">
        <pc:chgData name="Могилёв|S| Могилёв|S|" userId="f3fe1d49af8eeeec" providerId="LiveId" clId="{EE93068F-5908-4AD7-A54E-2560AC35028B}" dt="2021-04-14T21:35:52.252" v="1003" actId="27636"/>
        <pc:sldMkLst>
          <pc:docMk/>
          <pc:sldMk cId="1714336189" sldId="282"/>
        </pc:sldMkLst>
        <pc:spChg chg="mod">
          <ac:chgData name="Могилёв|S| Могилёв|S|" userId="f3fe1d49af8eeeec" providerId="LiveId" clId="{EE93068F-5908-4AD7-A54E-2560AC35028B}" dt="2021-04-14T21:35:46.420" v="1001" actId="1076"/>
          <ac:spMkLst>
            <pc:docMk/>
            <pc:sldMk cId="1714336189" sldId="282"/>
            <ac:spMk id="2" creationId="{96AA034F-ED3B-4F74-892E-68F4767DAC75}"/>
          </ac:spMkLst>
        </pc:spChg>
        <pc:spChg chg="mod">
          <ac:chgData name="Могилёв|S| Могилёв|S|" userId="f3fe1d49af8eeeec" providerId="LiveId" clId="{EE93068F-5908-4AD7-A54E-2560AC35028B}" dt="2021-04-14T21:35:52.252" v="1003" actId="27636"/>
          <ac:spMkLst>
            <pc:docMk/>
            <pc:sldMk cId="1714336189" sldId="282"/>
            <ac:spMk id="3" creationId="{3CC39163-422E-43DD-8465-CAA8380F9CDF}"/>
          </ac:spMkLst>
        </pc:spChg>
      </pc:sldChg>
      <pc:sldChg chg="addSp delSp modSp new mod modClrScheme chgLayout">
        <pc:chgData name="Могилёв|S| Могилёв|S|" userId="f3fe1d49af8eeeec" providerId="LiveId" clId="{EE93068F-5908-4AD7-A54E-2560AC35028B}" dt="2021-04-14T21:41:06.684" v="1058" actId="1076"/>
        <pc:sldMkLst>
          <pc:docMk/>
          <pc:sldMk cId="1962550045" sldId="283"/>
        </pc:sldMkLst>
        <pc:spChg chg="mod ord">
          <ac:chgData name="Могилёв|S| Могилёв|S|" userId="f3fe1d49af8eeeec" providerId="LiveId" clId="{EE93068F-5908-4AD7-A54E-2560AC35028B}" dt="2021-04-14T21:40:12.776" v="1040" actId="14100"/>
          <ac:spMkLst>
            <pc:docMk/>
            <pc:sldMk cId="1962550045" sldId="283"/>
            <ac:spMk id="2" creationId="{6A2C8E1B-A29A-4228-A7B0-A641BA68D03B}"/>
          </ac:spMkLst>
        </pc:spChg>
        <pc:spChg chg="del mod ord">
          <ac:chgData name="Могилёв|S| Могилёв|S|" userId="f3fe1d49af8eeeec" providerId="LiveId" clId="{EE93068F-5908-4AD7-A54E-2560AC35028B}" dt="2021-04-14T21:38:07.919" v="1013" actId="700"/>
          <ac:spMkLst>
            <pc:docMk/>
            <pc:sldMk cId="1962550045" sldId="283"/>
            <ac:spMk id="3" creationId="{FE8A8258-74A0-4D11-B52E-71FC28DCD74C}"/>
          </ac:spMkLst>
        </pc:spChg>
        <pc:spChg chg="del">
          <ac:chgData name="Могилёв|S| Могилёв|S|" userId="f3fe1d49af8eeeec" providerId="LiveId" clId="{EE93068F-5908-4AD7-A54E-2560AC35028B}" dt="2021-04-14T21:38:07.919" v="1013" actId="700"/>
          <ac:spMkLst>
            <pc:docMk/>
            <pc:sldMk cId="1962550045" sldId="283"/>
            <ac:spMk id="4" creationId="{C6A9BE2C-1B1F-4B19-BAF8-974E60C21330}"/>
          </ac:spMkLst>
        </pc:spChg>
        <pc:spChg chg="add del mod ord">
          <ac:chgData name="Могилёв|S| Могилёв|S|" userId="f3fe1d49af8eeeec" providerId="LiveId" clId="{EE93068F-5908-4AD7-A54E-2560AC35028B}" dt="2021-04-14T21:38:13.837" v="1014" actId="700"/>
          <ac:spMkLst>
            <pc:docMk/>
            <pc:sldMk cId="1962550045" sldId="283"/>
            <ac:spMk id="5" creationId="{659A25AB-8D02-41C9-849E-D60F9EF78A4A}"/>
          </ac:spMkLst>
        </pc:spChg>
        <pc:spChg chg="add mod ord">
          <ac:chgData name="Могилёв|S| Могилёв|S|" userId="f3fe1d49af8eeeec" providerId="LiveId" clId="{EE93068F-5908-4AD7-A54E-2560AC35028B}" dt="2021-04-14T21:40:18.104" v="1041" actId="1076"/>
          <ac:spMkLst>
            <pc:docMk/>
            <pc:sldMk cId="1962550045" sldId="283"/>
            <ac:spMk id="6" creationId="{3A9415F8-FD62-4158-8CD3-9E941B59C300}"/>
          </ac:spMkLst>
        </pc:spChg>
        <pc:spChg chg="add del mod ord">
          <ac:chgData name="Могилёв|S| Могилёв|S|" userId="f3fe1d49af8eeeec" providerId="LiveId" clId="{EE93068F-5908-4AD7-A54E-2560AC35028B}" dt="2021-04-14T21:39:03.113" v="1027"/>
          <ac:spMkLst>
            <pc:docMk/>
            <pc:sldMk cId="1962550045" sldId="283"/>
            <ac:spMk id="7" creationId="{812D1CFD-F27C-4842-AA76-EF5CF73BF441}"/>
          </ac:spMkLst>
        </pc:spChg>
        <pc:spChg chg="add mod ord">
          <ac:chgData name="Могилёв|S| Могилёв|S|" userId="f3fe1d49af8eeeec" providerId="LiveId" clId="{EE93068F-5908-4AD7-A54E-2560AC35028B}" dt="2021-04-14T21:41:06.684" v="1058" actId="1076"/>
          <ac:spMkLst>
            <pc:docMk/>
            <pc:sldMk cId="1962550045" sldId="283"/>
            <ac:spMk id="9" creationId="{D24A82A4-51B6-4206-B505-4001601E58FD}"/>
          </ac:spMkLst>
        </pc:spChg>
        <pc:picChg chg="add mod ord">
          <ac:chgData name="Могилёв|S| Могилёв|S|" userId="f3fe1d49af8eeeec" providerId="LiveId" clId="{EE93068F-5908-4AD7-A54E-2560AC35028B}" dt="2021-04-14T21:40:20.479" v="1042" actId="1076"/>
          <ac:picMkLst>
            <pc:docMk/>
            <pc:sldMk cId="1962550045" sldId="283"/>
            <ac:picMk id="8" creationId="{82E4B9D0-0D3E-47AA-9336-1AFCB758DC63}"/>
          </ac:picMkLst>
        </pc:picChg>
      </pc:sldChg>
      <pc:sldChg chg="delSp modSp new mod">
        <pc:chgData name="Могилёв|S| Могилёв|S|" userId="f3fe1d49af8eeeec" providerId="LiveId" clId="{EE93068F-5908-4AD7-A54E-2560AC35028B}" dt="2021-04-14T21:55:22.813" v="1234" actId="123"/>
        <pc:sldMkLst>
          <pc:docMk/>
          <pc:sldMk cId="1311828274" sldId="284"/>
        </pc:sldMkLst>
        <pc:spChg chg="del">
          <ac:chgData name="Могилёв|S| Могилёв|S|" userId="f3fe1d49af8eeeec" providerId="LiveId" clId="{EE93068F-5908-4AD7-A54E-2560AC35028B}" dt="2021-04-14T21:42:35.874" v="1060" actId="478"/>
          <ac:spMkLst>
            <pc:docMk/>
            <pc:sldMk cId="1311828274" sldId="284"/>
            <ac:spMk id="2" creationId="{3BA19434-8F3D-4ACD-80AC-EC391D7D4E97}"/>
          </ac:spMkLst>
        </pc:spChg>
        <pc:spChg chg="mod">
          <ac:chgData name="Могилёв|S| Могилёв|S|" userId="f3fe1d49af8eeeec" providerId="LiveId" clId="{EE93068F-5908-4AD7-A54E-2560AC35028B}" dt="2021-04-14T21:55:22.813" v="1234" actId="123"/>
          <ac:spMkLst>
            <pc:docMk/>
            <pc:sldMk cId="1311828274" sldId="284"/>
            <ac:spMk id="3" creationId="{3D954511-4400-430A-9357-778136A989E8}"/>
          </ac:spMkLst>
        </pc:spChg>
      </pc:sldChg>
      <pc:sldChg chg="addSp delSp modSp new mod modClrScheme chgLayout">
        <pc:chgData name="Могилёв|S| Могилёв|S|" userId="f3fe1d49af8eeeec" providerId="LiveId" clId="{EE93068F-5908-4AD7-A54E-2560AC35028B}" dt="2021-04-14T21:46:34.632" v="1112" actId="20577"/>
        <pc:sldMkLst>
          <pc:docMk/>
          <pc:sldMk cId="1634912987" sldId="285"/>
        </pc:sldMkLst>
        <pc:spChg chg="mod ord">
          <ac:chgData name="Могилёв|S| Могилёв|S|" userId="f3fe1d49af8eeeec" providerId="LiveId" clId="{EE93068F-5908-4AD7-A54E-2560AC35028B}" dt="2021-04-14T21:44:38.478" v="1075" actId="14100"/>
          <ac:spMkLst>
            <pc:docMk/>
            <pc:sldMk cId="1634912987" sldId="285"/>
            <ac:spMk id="2" creationId="{4F6DB835-A602-4AE6-90A3-47247A70863B}"/>
          </ac:spMkLst>
        </pc:spChg>
        <pc:spChg chg="del mod ord">
          <ac:chgData name="Могилёв|S| Могилёв|S|" userId="f3fe1d49af8eeeec" providerId="LiveId" clId="{EE93068F-5908-4AD7-A54E-2560AC35028B}" dt="2021-04-14T21:44:30.292" v="1073" actId="700"/>
          <ac:spMkLst>
            <pc:docMk/>
            <pc:sldMk cId="1634912987" sldId="285"/>
            <ac:spMk id="3" creationId="{80DEAD3F-A71E-4B79-8FB5-1EAED66A7FCE}"/>
          </ac:spMkLst>
        </pc:spChg>
        <pc:spChg chg="add mod ord">
          <ac:chgData name="Могилёв|S| Могилёв|S|" userId="f3fe1d49af8eeeec" providerId="LiveId" clId="{EE93068F-5908-4AD7-A54E-2560AC35028B}" dt="2021-04-14T21:46:34.632" v="1112" actId="20577"/>
          <ac:spMkLst>
            <pc:docMk/>
            <pc:sldMk cId="1634912987" sldId="285"/>
            <ac:spMk id="4" creationId="{6331C73C-A871-464A-A41B-10769525B1E4}"/>
          </ac:spMkLst>
        </pc:spChg>
        <pc:spChg chg="add del mod ord">
          <ac:chgData name="Могилёв|S| Могилёв|S|" userId="f3fe1d49af8eeeec" providerId="LiveId" clId="{EE93068F-5908-4AD7-A54E-2560AC35028B}" dt="2021-04-14T21:46:12.469" v="1101"/>
          <ac:spMkLst>
            <pc:docMk/>
            <pc:sldMk cId="1634912987" sldId="285"/>
            <ac:spMk id="5" creationId="{2A76130D-2871-4201-B6C6-AD569A685229}"/>
          </ac:spMkLst>
        </pc:spChg>
        <pc:picChg chg="add mod">
          <ac:chgData name="Могилёв|S| Могилёв|S|" userId="f3fe1d49af8eeeec" providerId="LiveId" clId="{EE93068F-5908-4AD7-A54E-2560AC35028B}" dt="2021-04-14T21:46:15.409" v="1102" actId="1076"/>
          <ac:picMkLst>
            <pc:docMk/>
            <pc:sldMk cId="1634912987" sldId="285"/>
            <ac:picMk id="6" creationId="{3B8E99BF-74A4-4DCB-9B48-2164E06FB3BD}"/>
          </ac:picMkLst>
        </pc:picChg>
      </pc:sldChg>
      <pc:sldChg chg="addSp delSp modSp new mod modClrScheme chgLayout">
        <pc:chgData name="Могилёв|S| Могилёв|S|" userId="f3fe1d49af8eeeec" providerId="LiveId" clId="{EE93068F-5908-4AD7-A54E-2560AC35028B}" dt="2021-04-14T21:51:11.173" v="1176" actId="1076"/>
        <pc:sldMkLst>
          <pc:docMk/>
          <pc:sldMk cId="2299683936" sldId="286"/>
        </pc:sldMkLst>
        <pc:spChg chg="mod ord">
          <ac:chgData name="Могилёв|S| Могилёв|S|" userId="f3fe1d49af8eeeec" providerId="LiveId" clId="{EE93068F-5908-4AD7-A54E-2560AC35028B}" dt="2021-04-14T21:49:54.817" v="1152" actId="14100"/>
          <ac:spMkLst>
            <pc:docMk/>
            <pc:sldMk cId="2299683936" sldId="286"/>
            <ac:spMk id="2" creationId="{8629FDEC-E86F-415C-B603-A3F9556137FC}"/>
          </ac:spMkLst>
        </pc:spChg>
        <pc:spChg chg="del mod ord">
          <ac:chgData name="Могилёв|S| Могилёв|S|" userId="f3fe1d49af8eeeec" providerId="LiveId" clId="{EE93068F-5908-4AD7-A54E-2560AC35028B}" dt="2021-04-14T21:47:23.105" v="1117" actId="700"/>
          <ac:spMkLst>
            <pc:docMk/>
            <pc:sldMk cId="2299683936" sldId="286"/>
            <ac:spMk id="3" creationId="{429F7278-30BE-49AE-9D8E-BFC8C83406E5}"/>
          </ac:spMkLst>
        </pc:spChg>
        <pc:spChg chg="add mod ord">
          <ac:chgData name="Могилёв|S| Могилёв|S|" userId="f3fe1d49af8eeeec" providerId="LiveId" clId="{EE93068F-5908-4AD7-A54E-2560AC35028B}" dt="2021-04-14T21:50:02.155" v="1153" actId="1076"/>
          <ac:spMkLst>
            <pc:docMk/>
            <pc:sldMk cId="2299683936" sldId="286"/>
            <ac:spMk id="4" creationId="{F277DB7B-ABAC-40B9-8625-57CE7EF169F7}"/>
          </ac:spMkLst>
        </pc:spChg>
        <pc:spChg chg="add del mod ord">
          <ac:chgData name="Могилёв|S| Могилёв|S|" userId="f3fe1d49af8eeeec" providerId="LiveId" clId="{EE93068F-5908-4AD7-A54E-2560AC35028B}" dt="2021-04-14T21:49:16.423" v="1141"/>
          <ac:spMkLst>
            <pc:docMk/>
            <pc:sldMk cId="2299683936" sldId="286"/>
            <ac:spMk id="5" creationId="{8BA88D52-5BBD-4358-A251-88164D5A829C}"/>
          </ac:spMkLst>
        </pc:spChg>
        <pc:spChg chg="add mod ord">
          <ac:chgData name="Могилёв|S| Могилёв|S|" userId="f3fe1d49af8eeeec" providerId="LiveId" clId="{EE93068F-5908-4AD7-A54E-2560AC35028B}" dt="2021-04-14T21:51:11.173" v="1176" actId="1076"/>
          <ac:spMkLst>
            <pc:docMk/>
            <pc:sldMk cId="2299683936" sldId="286"/>
            <ac:spMk id="7" creationId="{D236D7F8-1805-4363-B51E-5FF824ABFDFF}"/>
          </ac:spMkLst>
        </pc:spChg>
        <pc:picChg chg="add mod ord">
          <ac:chgData name="Могилёв|S| Могилёв|S|" userId="f3fe1d49af8eeeec" providerId="LiveId" clId="{EE93068F-5908-4AD7-A54E-2560AC35028B}" dt="2021-04-14T21:50:06.657" v="1154" actId="1076"/>
          <ac:picMkLst>
            <pc:docMk/>
            <pc:sldMk cId="2299683936" sldId="286"/>
            <ac:picMk id="6" creationId="{E286E882-FEF5-4C73-B7B8-7F35B4853867}"/>
          </ac:picMkLst>
        </pc:picChg>
      </pc:sldChg>
      <pc:sldChg chg="addSp delSp modSp new mod">
        <pc:chgData name="Могилёв|S| Могилёв|S|" userId="f3fe1d49af8eeeec" providerId="LiveId" clId="{EE93068F-5908-4AD7-A54E-2560AC35028B}" dt="2021-04-14T21:53:15.408" v="1201" actId="27636"/>
        <pc:sldMkLst>
          <pc:docMk/>
          <pc:sldMk cId="55214833" sldId="287"/>
        </pc:sldMkLst>
        <pc:spChg chg="del">
          <ac:chgData name="Могилёв|S| Могилёв|S|" userId="f3fe1d49af8eeeec" providerId="LiveId" clId="{EE93068F-5908-4AD7-A54E-2560AC35028B}" dt="2021-04-14T21:51:49.911" v="1180" actId="478"/>
          <ac:spMkLst>
            <pc:docMk/>
            <pc:sldMk cId="55214833" sldId="287"/>
            <ac:spMk id="2" creationId="{103CDA58-773A-4633-853E-1DA18AB47DAD}"/>
          </ac:spMkLst>
        </pc:spChg>
        <pc:spChg chg="mod">
          <ac:chgData name="Могилёв|S| Могилёв|S|" userId="f3fe1d49af8eeeec" providerId="LiveId" clId="{EE93068F-5908-4AD7-A54E-2560AC35028B}" dt="2021-04-14T21:53:15.408" v="1201" actId="27636"/>
          <ac:spMkLst>
            <pc:docMk/>
            <pc:sldMk cId="55214833" sldId="287"/>
            <ac:spMk id="3" creationId="{A3703369-8F22-4BF5-AF4F-FBA054B679F0}"/>
          </ac:spMkLst>
        </pc:spChg>
        <pc:spChg chg="del mod">
          <ac:chgData name="Могилёв|S| Могилёв|S|" userId="f3fe1d49af8eeeec" providerId="LiveId" clId="{EE93068F-5908-4AD7-A54E-2560AC35028B}" dt="2021-04-14T21:52:31.441" v="1192"/>
          <ac:spMkLst>
            <pc:docMk/>
            <pc:sldMk cId="55214833" sldId="287"/>
            <ac:spMk id="4" creationId="{088C50B7-0BA4-4FE3-8B9B-8372B011C6A4}"/>
          </ac:spMkLst>
        </pc:spChg>
        <pc:picChg chg="add mod">
          <ac:chgData name="Могилёв|S| Могилёв|S|" userId="f3fe1d49af8eeeec" providerId="LiveId" clId="{EE93068F-5908-4AD7-A54E-2560AC35028B}" dt="2021-04-14T21:52:55.344" v="1197" actId="1076"/>
          <ac:picMkLst>
            <pc:docMk/>
            <pc:sldMk cId="55214833" sldId="287"/>
            <ac:picMk id="5" creationId="{5F0164BA-0B42-4F4F-AFF6-8FB28F454EA2}"/>
          </ac:picMkLst>
        </pc:picChg>
      </pc:sldChg>
      <pc:sldChg chg="new del">
        <pc:chgData name="Могилёв|S| Могилёв|S|" userId="f3fe1d49af8eeeec" providerId="LiveId" clId="{EE93068F-5908-4AD7-A54E-2560AC35028B}" dt="2021-04-14T21:51:39.045" v="1178" actId="680"/>
        <pc:sldMkLst>
          <pc:docMk/>
          <pc:sldMk cId="3834609722" sldId="287"/>
        </pc:sldMkLst>
      </pc:sldChg>
      <pc:sldChg chg="modSp new mod">
        <pc:chgData name="Могилёв|S| Могилёв|S|" userId="f3fe1d49af8eeeec" providerId="LiveId" clId="{EE93068F-5908-4AD7-A54E-2560AC35028B}" dt="2021-04-14T21:55:33.110" v="1235" actId="123"/>
        <pc:sldMkLst>
          <pc:docMk/>
          <pc:sldMk cId="1419645370" sldId="288"/>
        </pc:sldMkLst>
        <pc:spChg chg="mod">
          <ac:chgData name="Могилёв|S| Могилёв|S|" userId="f3fe1d49af8eeeec" providerId="LiveId" clId="{EE93068F-5908-4AD7-A54E-2560AC35028B}" dt="2021-04-14T21:54:11.057" v="1217" actId="27636"/>
          <ac:spMkLst>
            <pc:docMk/>
            <pc:sldMk cId="1419645370" sldId="288"/>
            <ac:spMk id="2" creationId="{6B698595-B261-4881-B12B-37D8F6B695BE}"/>
          </ac:spMkLst>
        </pc:spChg>
        <pc:spChg chg="mod">
          <ac:chgData name="Могилёв|S| Могилёв|S|" userId="f3fe1d49af8eeeec" providerId="LiveId" clId="{EE93068F-5908-4AD7-A54E-2560AC35028B}" dt="2021-04-14T21:55:33.110" v="1235" actId="123"/>
          <ac:spMkLst>
            <pc:docMk/>
            <pc:sldMk cId="1419645370" sldId="288"/>
            <ac:spMk id="3" creationId="{16464A37-4857-4708-8EFB-385D8C9CC13F}"/>
          </ac:spMkLst>
        </pc:spChg>
      </pc:sldChg>
      <pc:sldChg chg="modSp new mod">
        <pc:chgData name="Могилёв|S| Могилёв|S|" userId="f3fe1d49af8eeeec" providerId="LiveId" clId="{EE93068F-5908-4AD7-A54E-2560AC35028B}" dt="2021-04-14T21:58:01.594" v="1254" actId="5793"/>
        <pc:sldMkLst>
          <pc:docMk/>
          <pc:sldMk cId="2752668949" sldId="289"/>
        </pc:sldMkLst>
        <pc:spChg chg="mod">
          <ac:chgData name="Могилёв|S| Могилёв|S|" userId="f3fe1d49af8eeeec" providerId="LiveId" clId="{EE93068F-5908-4AD7-A54E-2560AC35028B}" dt="2021-04-14T21:56:23.352" v="1242" actId="14100"/>
          <ac:spMkLst>
            <pc:docMk/>
            <pc:sldMk cId="2752668949" sldId="289"/>
            <ac:spMk id="2" creationId="{5CB51521-3C36-4EA3-A07A-41D10F262B09}"/>
          </ac:spMkLst>
        </pc:spChg>
        <pc:spChg chg="mod">
          <ac:chgData name="Могилёв|S| Могилёв|S|" userId="f3fe1d49af8eeeec" providerId="LiveId" clId="{EE93068F-5908-4AD7-A54E-2560AC35028B}" dt="2021-04-14T21:58:01.594" v="1254" actId="5793"/>
          <ac:spMkLst>
            <pc:docMk/>
            <pc:sldMk cId="2752668949" sldId="289"/>
            <ac:spMk id="3" creationId="{3A8B06D8-48E9-464D-AAB7-DE330C9E02A0}"/>
          </ac:spMkLst>
        </pc:spChg>
      </pc:sldChg>
      <pc:sldChg chg="addSp delSp modSp new mod">
        <pc:chgData name="Могилёв|S| Могилёв|S|" userId="f3fe1d49af8eeeec" providerId="LiveId" clId="{EE93068F-5908-4AD7-A54E-2560AC35028B}" dt="2021-04-14T22:00:03.278" v="1261" actId="14100"/>
        <pc:sldMkLst>
          <pc:docMk/>
          <pc:sldMk cId="3378566497" sldId="290"/>
        </pc:sldMkLst>
        <pc:spChg chg="del">
          <ac:chgData name="Могилёв|S| Могилёв|S|" userId="f3fe1d49af8eeeec" providerId="LiveId" clId="{EE93068F-5908-4AD7-A54E-2560AC35028B}" dt="2021-04-14T21:59:47.167" v="1256" actId="478"/>
          <ac:spMkLst>
            <pc:docMk/>
            <pc:sldMk cId="3378566497" sldId="290"/>
            <ac:spMk id="2" creationId="{F016F262-3047-4CE8-92E2-A706011BDB20}"/>
          </ac:spMkLst>
        </pc:spChg>
        <pc:spChg chg="del mod">
          <ac:chgData name="Могилёв|S| Могилёв|S|" userId="f3fe1d49af8eeeec" providerId="LiveId" clId="{EE93068F-5908-4AD7-A54E-2560AC35028B}" dt="2021-04-14T21:59:58.009" v="1259"/>
          <ac:spMkLst>
            <pc:docMk/>
            <pc:sldMk cId="3378566497" sldId="290"/>
            <ac:spMk id="3" creationId="{62F78159-C772-4D96-A39B-0746BBC1407B}"/>
          </ac:spMkLst>
        </pc:spChg>
        <pc:spChg chg="del">
          <ac:chgData name="Могилёв|S| Могилёв|S|" userId="f3fe1d49af8eeeec" providerId="LiveId" clId="{EE93068F-5908-4AD7-A54E-2560AC35028B}" dt="2021-04-14T21:59:53.490" v="1257" actId="478"/>
          <ac:spMkLst>
            <pc:docMk/>
            <pc:sldMk cId="3378566497" sldId="290"/>
            <ac:spMk id="4" creationId="{DF9D4556-F66F-4544-943A-A72EEF840278}"/>
          </ac:spMkLst>
        </pc:spChg>
        <pc:picChg chg="add mod">
          <ac:chgData name="Могилёв|S| Могилёв|S|" userId="f3fe1d49af8eeeec" providerId="LiveId" clId="{EE93068F-5908-4AD7-A54E-2560AC35028B}" dt="2021-04-14T22:00:03.278" v="1261" actId="14100"/>
          <ac:picMkLst>
            <pc:docMk/>
            <pc:sldMk cId="3378566497" sldId="290"/>
            <ac:picMk id="5" creationId="{70A7BF12-07D6-4B5E-9BA7-937A1955EC76}"/>
          </ac:picMkLst>
        </pc:picChg>
      </pc:sldChg>
      <pc:sldChg chg="addSp delSp modSp new mod modClrScheme chgLayout">
        <pc:chgData name="Могилёв|S| Могилёв|S|" userId="f3fe1d49af8eeeec" providerId="LiveId" clId="{EE93068F-5908-4AD7-A54E-2560AC35028B}" dt="2021-04-14T22:03:06.991" v="1291" actId="1076"/>
        <pc:sldMkLst>
          <pc:docMk/>
          <pc:sldMk cId="2631578621" sldId="291"/>
        </pc:sldMkLst>
        <pc:spChg chg="del mod ord">
          <ac:chgData name="Могилёв|S| Могилёв|S|" userId="f3fe1d49af8eeeec" providerId="LiveId" clId="{EE93068F-5908-4AD7-A54E-2560AC35028B}" dt="2021-04-14T22:01:13.639" v="1263" actId="700"/>
          <ac:spMkLst>
            <pc:docMk/>
            <pc:sldMk cId="2631578621" sldId="291"/>
            <ac:spMk id="2" creationId="{91AA21DD-8576-4C84-A3A9-8AA4DDC79CD6}"/>
          </ac:spMkLst>
        </pc:spChg>
        <pc:spChg chg="del mod ord">
          <ac:chgData name="Могилёв|S| Могилёв|S|" userId="f3fe1d49af8eeeec" providerId="LiveId" clId="{EE93068F-5908-4AD7-A54E-2560AC35028B}" dt="2021-04-14T22:01:13.639" v="1263" actId="700"/>
          <ac:spMkLst>
            <pc:docMk/>
            <pc:sldMk cId="2631578621" sldId="291"/>
            <ac:spMk id="3" creationId="{4FF80322-15C9-4A8E-8619-B47EA5C1955F}"/>
          </ac:spMkLst>
        </pc:spChg>
        <pc:spChg chg="add mod ord">
          <ac:chgData name="Могилёв|S| Могилёв|S|" userId="f3fe1d49af8eeeec" providerId="LiveId" clId="{EE93068F-5908-4AD7-A54E-2560AC35028B}" dt="2021-04-14T22:01:37.365" v="1269" actId="14100"/>
          <ac:spMkLst>
            <pc:docMk/>
            <pc:sldMk cId="2631578621" sldId="291"/>
            <ac:spMk id="4" creationId="{D40D678A-2A1B-490A-83FC-120353554C8A}"/>
          </ac:spMkLst>
        </pc:spChg>
        <pc:spChg chg="add mod ord">
          <ac:chgData name="Могилёв|S| Могилёв|S|" userId="f3fe1d49af8eeeec" providerId="LiveId" clId="{EE93068F-5908-4AD7-A54E-2560AC35028B}" dt="2021-04-14T22:02:30.923" v="1286" actId="123"/>
          <ac:spMkLst>
            <pc:docMk/>
            <pc:sldMk cId="2631578621" sldId="291"/>
            <ac:spMk id="5" creationId="{A4B1B8FB-20EE-4672-8E81-1A464DD3FACF}"/>
          </ac:spMkLst>
        </pc:spChg>
        <pc:spChg chg="add del mod ord">
          <ac:chgData name="Могилёв|S| Могилёв|S|" userId="f3fe1d49af8eeeec" providerId="LiveId" clId="{EE93068F-5908-4AD7-A54E-2560AC35028B}" dt="2021-04-14T22:02:48.223" v="1287"/>
          <ac:spMkLst>
            <pc:docMk/>
            <pc:sldMk cId="2631578621" sldId="291"/>
            <ac:spMk id="6" creationId="{C982E425-D302-4E11-8C87-0A83CEA3AF89}"/>
          </ac:spMkLst>
        </pc:spChg>
        <pc:picChg chg="add mod">
          <ac:chgData name="Могилёв|S| Могилёв|S|" userId="f3fe1d49af8eeeec" providerId="LiveId" clId="{EE93068F-5908-4AD7-A54E-2560AC35028B}" dt="2021-04-14T22:03:06.991" v="1291" actId="1076"/>
          <ac:picMkLst>
            <pc:docMk/>
            <pc:sldMk cId="2631578621" sldId="291"/>
            <ac:picMk id="7" creationId="{5F1DC8FE-B28D-4159-B4FF-A9979C192CA2}"/>
          </ac:picMkLst>
        </pc:picChg>
      </pc:sldChg>
      <pc:sldChg chg="delSp modSp new mod">
        <pc:chgData name="Могилёв|S| Могилёв|S|" userId="f3fe1d49af8eeeec" providerId="LiveId" clId="{EE93068F-5908-4AD7-A54E-2560AC35028B}" dt="2021-04-14T22:10:03.738" v="1327" actId="255"/>
        <pc:sldMkLst>
          <pc:docMk/>
          <pc:sldMk cId="1569920002" sldId="292"/>
        </pc:sldMkLst>
        <pc:spChg chg="del">
          <ac:chgData name="Могилёв|S| Могилёв|S|" userId="f3fe1d49af8eeeec" providerId="LiveId" clId="{EE93068F-5908-4AD7-A54E-2560AC35028B}" dt="2021-04-14T22:04:29.151" v="1293" actId="478"/>
          <ac:spMkLst>
            <pc:docMk/>
            <pc:sldMk cId="1569920002" sldId="292"/>
            <ac:spMk id="2" creationId="{09AE7F9B-2976-4693-B63B-89734354E53A}"/>
          </ac:spMkLst>
        </pc:spChg>
        <pc:spChg chg="mod">
          <ac:chgData name="Могилёв|S| Могилёв|S|" userId="f3fe1d49af8eeeec" providerId="LiveId" clId="{EE93068F-5908-4AD7-A54E-2560AC35028B}" dt="2021-04-14T22:10:03.738" v="1327" actId="255"/>
          <ac:spMkLst>
            <pc:docMk/>
            <pc:sldMk cId="1569920002" sldId="292"/>
            <ac:spMk id="3" creationId="{537EC91C-667E-4F5E-A4E5-00FA845423DC}"/>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ru-RU"/>
              <a:t>Образец заголовка</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D2CB049-5454-45C9-AFC4-F4EFD8238AEB}" type="datetimeFigureOut">
              <a:rPr lang="ru-BY" smtClean="0"/>
              <a:t>14.04.2021</a:t>
            </a:fld>
            <a:endParaRPr lang="ru-BY"/>
          </a:p>
        </p:txBody>
      </p:sp>
      <p:sp>
        <p:nvSpPr>
          <p:cNvPr id="5" name="Footer Placeholder 4"/>
          <p:cNvSpPr>
            <a:spLocks noGrp="1"/>
          </p:cNvSpPr>
          <p:nvPr>
            <p:ph type="ftr" sz="quarter" idx="11"/>
          </p:nvPr>
        </p:nvSpPr>
        <p:spPr>
          <a:xfrm>
            <a:off x="1876424" y="5410201"/>
            <a:ext cx="5124886" cy="365125"/>
          </a:xfrm>
        </p:spPr>
        <p:txBody>
          <a:bodyPr/>
          <a:lstStyle/>
          <a:p>
            <a:endParaRPr lang="ru-BY"/>
          </a:p>
        </p:txBody>
      </p:sp>
      <p:sp>
        <p:nvSpPr>
          <p:cNvPr id="6" name="Slide Number Placeholder 5"/>
          <p:cNvSpPr>
            <a:spLocks noGrp="1"/>
          </p:cNvSpPr>
          <p:nvPr>
            <p:ph type="sldNum" sz="quarter" idx="12"/>
          </p:nvPr>
        </p:nvSpPr>
        <p:spPr>
          <a:xfrm>
            <a:off x="9896911" y="5410199"/>
            <a:ext cx="771089" cy="365125"/>
          </a:xfrm>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400070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D2CB049-5454-45C9-AFC4-F4EFD8238AEB}" type="datetimeFigureOut">
              <a:rPr lang="ru-BY" smtClean="0"/>
              <a:t>14.04.2021</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3959722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D2CB049-5454-45C9-AFC4-F4EFD8238AEB}" type="datetimeFigureOut">
              <a:rPr lang="ru-BY" smtClean="0"/>
              <a:t>14.04.2021</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2503867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597782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41410" y="3073397"/>
            <a:ext cx="4878391"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3073397"/>
            <a:ext cx="4875210"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0D2CB049-5454-45C9-AFC4-F4EFD8238AEB}" type="datetimeFigureOut">
              <a:rPr lang="ru-BY" smtClean="0"/>
              <a:t>14.04.2021</a:t>
            </a:fld>
            <a:endParaRPr lang="ru-BY"/>
          </a:p>
        </p:txBody>
      </p:sp>
      <p:sp>
        <p:nvSpPr>
          <p:cNvPr id="8" name="Footer Placeholder 7"/>
          <p:cNvSpPr>
            <a:spLocks noGrp="1"/>
          </p:cNvSpPr>
          <p:nvPr>
            <p:ph type="ftr" sz="quarter" idx="11"/>
          </p:nvPr>
        </p:nvSpPr>
        <p:spPr/>
        <p:txBody>
          <a:bodyPr/>
          <a:lstStyle/>
          <a:p>
            <a:endParaRPr lang="ru-BY"/>
          </a:p>
        </p:txBody>
      </p:sp>
      <p:sp>
        <p:nvSpPr>
          <p:cNvPr id="9" name="Slide Number Placeholder 8"/>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2168153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0D2CB049-5454-45C9-AFC4-F4EFD8238AEB}" type="datetimeFigureOut">
              <a:rPr lang="ru-BY" smtClean="0"/>
              <a:t>14.04.2021</a:t>
            </a:fld>
            <a:endParaRPr lang="ru-BY"/>
          </a:p>
        </p:txBody>
      </p:sp>
      <p:sp>
        <p:nvSpPr>
          <p:cNvPr id="4" name="Footer Placeholder 3"/>
          <p:cNvSpPr>
            <a:spLocks noGrp="1"/>
          </p:cNvSpPr>
          <p:nvPr>
            <p:ph type="ftr" sz="quarter" idx="11"/>
          </p:nvPr>
        </p:nvSpPr>
        <p:spPr/>
        <p:txBody>
          <a:bodyPr/>
          <a:lstStyle/>
          <a:p>
            <a:endParaRPr lang="ru-BY"/>
          </a:p>
        </p:txBody>
      </p:sp>
      <p:sp>
        <p:nvSpPr>
          <p:cNvPr id="5" name="Slide Number Placeholder 4"/>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059976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2CB049-5454-45C9-AFC4-F4EFD8238AEB}" type="datetimeFigureOut">
              <a:rPr lang="ru-BY" smtClean="0"/>
              <a:t>14.04.2021</a:t>
            </a:fld>
            <a:endParaRPr lang="ru-BY"/>
          </a:p>
        </p:txBody>
      </p:sp>
      <p:sp>
        <p:nvSpPr>
          <p:cNvPr id="3" name="Footer Placeholder 2"/>
          <p:cNvSpPr>
            <a:spLocks noGrp="1"/>
          </p:cNvSpPr>
          <p:nvPr>
            <p:ph type="ftr" sz="quarter" idx="11"/>
          </p:nvPr>
        </p:nvSpPr>
        <p:spPr/>
        <p:txBody>
          <a:bodyPr/>
          <a:lstStyle/>
          <a:p>
            <a:endParaRPr lang="ru-BY"/>
          </a:p>
        </p:txBody>
      </p:sp>
      <p:sp>
        <p:nvSpPr>
          <p:cNvPr id="4" name="Slide Number Placeholder 3"/>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587417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417882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264302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ru-RU"/>
              <a:t>Вставка рисунка</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34564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451610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68454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D2CB049-5454-45C9-AFC4-F4EFD8238AEB}" type="datetimeFigureOut">
              <a:rPr lang="ru-BY" smtClean="0"/>
              <a:t>14.04.2021</a:t>
            </a:fld>
            <a:endParaRPr lang="ru-BY"/>
          </a:p>
        </p:txBody>
      </p:sp>
      <p:sp>
        <p:nvSpPr>
          <p:cNvPr id="6" name="Footer Placeholder 5"/>
          <p:cNvSpPr>
            <a:spLocks noGrp="1"/>
          </p:cNvSpPr>
          <p:nvPr>
            <p:ph type="ftr" sz="quarter" idx="11"/>
          </p:nvPr>
        </p:nvSpPr>
        <p:spPr/>
        <p:txBody>
          <a:bodyPr/>
          <a:lstStyle/>
          <a:p>
            <a:endParaRPr lang="ru-BY"/>
          </a:p>
        </p:txBody>
      </p:sp>
      <p:sp>
        <p:nvSpPr>
          <p:cNvPr id="7" name="Slide Number Placeholder 6"/>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985075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ru-RU"/>
              <a:t>Образец заголовка</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0D2CB049-5454-45C9-AFC4-F4EFD8238AEB}" type="datetimeFigureOut">
              <a:rPr lang="ru-BY" smtClean="0"/>
              <a:t>14.04.2021</a:t>
            </a:fld>
            <a:endParaRPr lang="ru-BY"/>
          </a:p>
        </p:txBody>
      </p:sp>
      <p:sp>
        <p:nvSpPr>
          <p:cNvPr id="4" name="Footer Placeholder 3"/>
          <p:cNvSpPr>
            <a:spLocks noGrp="1"/>
          </p:cNvSpPr>
          <p:nvPr>
            <p:ph type="ftr" sz="quarter" idx="11"/>
          </p:nvPr>
        </p:nvSpPr>
        <p:spPr/>
        <p:txBody>
          <a:bodyPr/>
          <a:lstStyle/>
          <a:p>
            <a:endParaRPr lang="ru-BY"/>
          </a:p>
        </p:txBody>
      </p:sp>
      <p:sp>
        <p:nvSpPr>
          <p:cNvPr id="5" name="Slide Number Placeholder 4"/>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475179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0D2CB049-5454-45C9-AFC4-F4EFD8238AEB}" type="datetimeFigureOut">
              <a:rPr lang="ru-BY" smtClean="0"/>
              <a:t>14.04.2021</a:t>
            </a:fld>
            <a:endParaRPr lang="ru-BY"/>
          </a:p>
        </p:txBody>
      </p:sp>
      <p:sp>
        <p:nvSpPr>
          <p:cNvPr id="4" name="Footer Placeholder 3"/>
          <p:cNvSpPr>
            <a:spLocks noGrp="1"/>
          </p:cNvSpPr>
          <p:nvPr>
            <p:ph type="ftr" sz="quarter" idx="11"/>
          </p:nvPr>
        </p:nvSpPr>
        <p:spPr/>
        <p:txBody>
          <a:bodyPr/>
          <a:lstStyle/>
          <a:p>
            <a:endParaRPr lang="ru-BY"/>
          </a:p>
        </p:txBody>
      </p:sp>
      <p:sp>
        <p:nvSpPr>
          <p:cNvPr id="5" name="Slide Number Placeholder 4"/>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1872319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D2CB049-5454-45C9-AFC4-F4EFD8238AEB}" type="datetimeFigureOut">
              <a:rPr lang="ru-BY" smtClean="0"/>
              <a:t>14.04.2021</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934946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D2CB049-5454-45C9-AFC4-F4EFD8238AEB}" type="datetimeFigureOut">
              <a:rPr lang="ru-BY" smtClean="0"/>
              <a:t>14.04.2021</a:t>
            </a:fld>
            <a:endParaRPr lang="ru-BY"/>
          </a:p>
        </p:txBody>
      </p:sp>
      <p:sp>
        <p:nvSpPr>
          <p:cNvPr id="5" name="Footer Placeholder 4"/>
          <p:cNvSpPr>
            <a:spLocks noGrp="1"/>
          </p:cNvSpPr>
          <p:nvPr>
            <p:ph type="ftr" sz="quarter" idx="11"/>
          </p:nvPr>
        </p:nvSpPr>
        <p:spPr/>
        <p:txBody>
          <a:bodyPr/>
          <a:lstStyle/>
          <a:p>
            <a:endParaRPr lang="ru-BY"/>
          </a:p>
        </p:txBody>
      </p:sp>
      <p:sp>
        <p:nvSpPr>
          <p:cNvPr id="6" name="Slide Number Placeholder 5"/>
          <p:cNvSpPr>
            <a:spLocks noGrp="1"/>
          </p:cNvSpPr>
          <p:nvPr>
            <p:ph type="sldNum" sz="quarter" idx="12"/>
          </p:nvPr>
        </p:nvSpPr>
        <p:spPr/>
        <p:txBody>
          <a:bodyPr/>
          <a:lstStyle/>
          <a:p>
            <a:fld id="{3EB5A69D-B800-4DEB-AC38-94EC050D115A}" type="slidenum">
              <a:rPr lang="ru-BY" smtClean="0"/>
              <a:t>‹#›</a:t>
            </a:fld>
            <a:endParaRPr lang="ru-BY"/>
          </a:p>
        </p:txBody>
      </p:sp>
    </p:spTree>
    <p:extLst>
      <p:ext uri="{BB962C8B-B14F-4D97-AF65-F5344CB8AC3E}">
        <p14:creationId xmlns:p14="http://schemas.microsoft.com/office/powerpoint/2010/main" val="57759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D2CB049-5454-45C9-AFC4-F4EFD8238AEB}" type="datetimeFigureOut">
              <a:rPr lang="ru-BY" smtClean="0"/>
              <a:t>14.04.2021</a:t>
            </a:fld>
            <a:endParaRPr lang="ru-BY"/>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ru-BY"/>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EB5A69D-B800-4DEB-AC38-94EC050D115A}" type="slidenum">
              <a:rPr lang="ru-BY" smtClean="0"/>
              <a:t>‹#›</a:t>
            </a:fld>
            <a:endParaRPr lang="ru-BY"/>
          </a:p>
        </p:txBody>
      </p:sp>
    </p:spTree>
    <p:extLst>
      <p:ext uri="{BB962C8B-B14F-4D97-AF65-F5344CB8AC3E}">
        <p14:creationId xmlns:p14="http://schemas.microsoft.com/office/powerpoint/2010/main" val="1175397042"/>
      </p:ext>
    </p:extLst>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54282175-8FBC-4D3B-9654-DEF181DC6AB6}"/>
              </a:ext>
            </a:extLst>
          </p:cNvPr>
          <p:cNvSpPr>
            <a:spLocks noGrp="1"/>
          </p:cNvSpPr>
          <p:nvPr>
            <p:ph type="ctrTitle"/>
          </p:nvPr>
        </p:nvSpPr>
        <p:spPr/>
        <p:txBody>
          <a:bodyPr/>
          <a:lstStyle/>
          <a:p>
            <a:r>
              <a:rPr lang="ru-RU" dirty="0"/>
              <a:t>Лекция по теме: </a:t>
            </a:r>
            <a:br>
              <a:rPr lang="ru-RU" dirty="0"/>
            </a:br>
            <a:r>
              <a:rPr lang="ru-RU" dirty="0"/>
              <a:t>Устройства считывания и отображения информации</a:t>
            </a:r>
            <a:endParaRPr lang="ru-BY" dirty="0"/>
          </a:p>
        </p:txBody>
      </p:sp>
      <p:sp>
        <p:nvSpPr>
          <p:cNvPr id="5" name="Подзаголовок 4">
            <a:extLst>
              <a:ext uri="{FF2B5EF4-FFF2-40B4-BE49-F238E27FC236}">
                <a16:creationId xmlns:a16="http://schemas.microsoft.com/office/drawing/2014/main" id="{0967F52E-ECC1-4A26-80AC-61BD879B9F6E}"/>
              </a:ext>
            </a:extLst>
          </p:cNvPr>
          <p:cNvSpPr>
            <a:spLocks noGrp="1"/>
          </p:cNvSpPr>
          <p:nvPr>
            <p:ph type="subTitle" idx="1"/>
          </p:nvPr>
        </p:nvSpPr>
        <p:spPr/>
        <p:txBody>
          <a:bodyPr>
            <a:normAutofit fontScale="92500" lnSpcReduction="10000"/>
          </a:bodyPr>
          <a:lstStyle/>
          <a:p>
            <a:r>
              <a:rPr lang="ru-RU" sz="3200" dirty="0"/>
              <a:t>Учебная дисциплина «Электронные системы программного управления в автоматизированном производстве»</a:t>
            </a:r>
            <a:endParaRPr lang="ru-BY" sz="3200" dirty="0"/>
          </a:p>
        </p:txBody>
      </p:sp>
    </p:spTree>
    <p:extLst>
      <p:ext uri="{BB962C8B-B14F-4D97-AF65-F5344CB8AC3E}">
        <p14:creationId xmlns:p14="http://schemas.microsoft.com/office/powerpoint/2010/main" val="3745953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595AE6-A1FA-4A76-958E-A38569CE64F1}"/>
              </a:ext>
            </a:extLst>
          </p:cNvPr>
          <p:cNvSpPr>
            <a:spLocks noGrp="1"/>
          </p:cNvSpPr>
          <p:nvPr>
            <p:ph type="title"/>
          </p:nvPr>
        </p:nvSpPr>
        <p:spPr/>
        <p:txBody>
          <a:bodyPr/>
          <a:lstStyle/>
          <a:p>
            <a:pPr algn="ctr"/>
            <a:r>
              <a:rPr lang="ru-RU" dirty="0"/>
              <a:t>Введение</a:t>
            </a:r>
            <a:endParaRPr lang="ru-BY" dirty="0"/>
          </a:p>
        </p:txBody>
      </p:sp>
      <p:sp>
        <p:nvSpPr>
          <p:cNvPr id="3" name="Объект 2">
            <a:extLst>
              <a:ext uri="{FF2B5EF4-FFF2-40B4-BE49-F238E27FC236}">
                <a16:creationId xmlns:a16="http://schemas.microsoft.com/office/drawing/2014/main" id="{112CC616-CC30-4DAC-A5AC-1120C03E5FDC}"/>
              </a:ext>
            </a:extLst>
          </p:cNvPr>
          <p:cNvSpPr>
            <a:spLocks noGrp="1"/>
          </p:cNvSpPr>
          <p:nvPr>
            <p:ph idx="1"/>
          </p:nvPr>
        </p:nvSpPr>
        <p:spPr/>
        <p:txBody>
          <a:bodyPr>
            <a:normAutofit lnSpcReduction="10000"/>
          </a:bodyPr>
          <a:lstStyle/>
          <a:p>
            <a:pPr marL="0" indent="0">
              <a:buNone/>
            </a:pPr>
            <a:r>
              <a:rPr lang="ru-RU" dirty="0"/>
              <a:t>Связь с внешними устройствами и оператором в универсальных УЧПУ осуществляется через интерфейс МП с помощью интерфейсного канала связи, где управление обменом осуществляют специальные микроконтроллеры, которые управляются микропроцессором. Современные системы автоматического управления на базе </a:t>
            </a:r>
            <a:r>
              <a:rPr lang="ru-RU" dirty="0" err="1"/>
              <a:t>микроЭВМ</a:t>
            </a:r>
            <a:r>
              <a:rPr lang="ru-RU" dirty="0"/>
              <a:t> и микроконтроллеров для обеспечения эффективной связи УЧПУ с технологическим оборудованием, оператором и ЭВМ высшего ранга требуют наличия современных микропериферийных устройств.</a:t>
            </a:r>
            <a:endParaRPr lang="ru-BY" dirty="0"/>
          </a:p>
        </p:txBody>
      </p:sp>
    </p:spTree>
    <p:extLst>
      <p:ext uri="{BB962C8B-B14F-4D97-AF65-F5344CB8AC3E}">
        <p14:creationId xmlns:p14="http://schemas.microsoft.com/office/powerpoint/2010/main" val="3365972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B84623-2B71-4A42-8E0F-E5410C1B5451}"/>
              </a:ext>
            </a:extLst>
          </p:cNvPr>
          <p:cNvSpPr>
            <a:spLocks noGrp="1"/>
          </p:cNvSpPr>
          <p:nvPr>
            <p:ph type="title"/>
          </p:nvPr>
        </p:nvSpPr>
        <p:spPr/>
        <p:txBody>
          <a:bodyPr>
            <a:normAutofit/>
          </a:bodyPr>
          <a:lstStyle/>
          <a:p>
            <a:r>
              <a:rPr lang="ru-RU" sz="2800" dirty="0"/>
              <a:t>В состав стандартных микропериферийных устройств могут входить:</a:t>
            </a:r>
            <a:endParaRPr lang="ru-BY" sz="2800" dirty="0"/>
          </a:p>
        </p:txBody>
      </p:sp>
      <p:sp>
        <p:nvSpPr>
          <p:cNvPr id="3" name="Объект 2">
            <a:extLst>
              <a:ext uri="{FF2B5EF4-FFF2-40B4-BE49-F238E27FC236}">
                <a16:creationId xmlns:a16="http://schemas.microsoft.com/office/drawing/2014/main" id="{C48E864B-922B-4CC7-982F-C10AF58BF591}"/>
              </a:ext>
            </a:extLst>
          </p:cNvPr>
          <p:cNvSpPr>
            <a:spLocks noGrp="1"/>
          </p:cNvSpPr>
          <p:nvPr>
            <p:ph idx="1"/>
          </p:nvPr>
        </p:nvSpPr>
        <p:spPr>
          <a:xfrm>
            <a:off x="1141412" y="1871003"/>
            <a:ext cx="9905999" cy="4572000"/>
          </a:xfrm>
        </p:spPr>
        <p:txBody>
          <a:bodyPr>
            <a:normAutofit fontScale="32500" lnSpcReduction="20000"/>
          </a:bodyPr>
          <a:lstStyle/>
          <a:p>
            <a:r>
              <a:rPr lang="ru-RU" sz="5600" dirty="0"/>
              <a:t>пульт оператора и пульт ручного управления для оперативного вмешательства. т. е. средства общения оператора с УЧПУ при управлении, наладке;</a:t>
            </a:r>
          </a:p>
          <a:p>
            <a:r>
              <a:rPr lang="ru-RU" sz="5600" dirty="0"/>
              <a:t>пульт инженера для организации ремонтных работ, диагностики и отыскания отказов;</a:t>
            </a:r>
          </a:p>
          <a:p>
            <a:r>
              <a:rPr lang="ru-RU" sz="5600" dirty="0"/>
              <a:t>программатор для автоматизации программирования;</a:t>
            </a:r>
          </a:p>
          <a:p>
            <a:r>
              <a:rPr lang="ru-RU" sz="5600" dirty="0"/>
              <a:t>накопители на магнитных лентах, дисках, которые являются внешними запоминающими устройствами и предназначены для хранения архивной, библиотечной и другой информации;</a:t>
            </a:r>
          </a:p>
          <a:p>
            <a:r>
              <a:rPr lang="ru-RU" sz="5600" dirty="0"/>
              <a:t>видеотерминалы с пультом оператора для оперативного управления, индикации обрабатываемой и вводимой информации, редактирования УП, массивов осуществления диалогового режима и выдачи информации на печатающие устройства;</a:t>
            </a:r>
          </a:p>
          <a:p>
            <a:r>
              <a:rPr lang="ru-RU" sz="5600" dirty="0"/>
              <a:t>фотосчитывающие устройства для загрузки массивов информации и УП с перфоленты;</a:t>
            </a:r>
          </a:p>
          <a:p>
            <a:r>
              <a:rPr lang="ru-RU" sz="5600" dirty="0"/>
              <a:t>программируемые логические контроллеры для управления электроавтоматическими устройствами объектов управления.</a:t>
            </a:r>
          </a:p>
          <a:p>
            <a:endParaRPr lang="ru-BY" dirty="0"/>
          </a:p>
        </p:txBody>
      </p:sp>
    </p:spTree>
    <p:extLst>
      <p:ext uri="{BB962C8B-B14F-4D97-AF65-F5344CB8AC3E}">
        <p14:creationId xmlns:p14="http://schemas.microsoft.com/office/powerpoint/2010/main" val="3442017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A8F381-24E0-42EE-9D35-BB3BC796327A}"/>
              </a:ext>
            </a:extLst>
          </p:cNvPr>
          <p:cNvSpPr>
            <a:spLocks noGrp="1"/>
          </p:cNvSpPr>
          <p:nvPr>
            <p:ph type="title"/>
          </p:nvPr>
        </p:nvSpPr>
        <p:spPr/>
        <p:txBody>
          <a:bodyPr/>
          <a:lstStyle/>
          <a:p>
            <a:pPr algn="ctr"/>
            <a:r>
              <a:rPr lang="ru-RU" dirty="0"/>
              <a:t>Дайте правильный ответ на вопрос</a:t>
            </a:r>
            <a:endParaRPr lang="ru-BY" dirty="0"/>
          </a:p>
        </p:txBody>
      </p:sp>
      <p:sp>
        <p:nvSpPr>
          <p:cNvPr id="3" name="Объект 2">
            <a:extLst>
              <a:ext uri="{FF2B5EF4-FFF2-40B4-BE49-F238E27FC236}">
                <a16:creationId xmlns:a16="http://schemas.microsoft.com/office/drawing/2014/main" id="{67611A68-6C3C-423E-B654-4CDA6457BCF2}"/>
              </a:ext>
            </a:extLst>
          </p:cNvPr>
          <p:cNvSpPr>
            <a:spLocks noGrp="1"/>
          </p:cNvSpPr>
          <p:nvPr>
            <p:ph idx="1"/>
          </p:nvPr>
        </p:nvSpPr>
        <p:spPr/>
        <p:txBody>
          <a:bodyPr>
            <a:normAutofit lnSpcReduction="10000"/>
          </a:bodyPr>
          <a:lstStyle/>
          <a:p>
            <a:pPr marL="0" indent="0">
              <a:buNone/>
            </a:pPr>
            <a:r>
              <a:rPr lang="ru-RU" sz="2800" dirty="0"/>
              <a:t>В состав стандартных периферийных устройств не входят:</a:t>
            </a:r>
          </a:p>
          <a:p>
            <a:pPr marL="0" indent="0">
              <a:buNone/>
            </a:pPr>
            <a:r>
              <a:rPr lang="ru-RU" dirty="0"/>
              <a:t>1) пульт оператора и пульт ручного управления для оперативного вмешательства. т. е. средства общения оператора с УЧПУ при управлении, наладке;</a:t>
            </a:r>
          </a:p>
          <a:p>
            <a:pPr marL="0" indent="0">
              <a:buNone/>
            </a:pPr>
            <a:r>
              <a:rPr lang="ru-RU" dirty="0"/>
              <a:t>2) фотосчитывающие устройства для загрузки массивов информации и УП с перфоленты;</a:t>
            </a:r>
          </a:p>
          <a:p>
            <a:pPr marL="0" indent="0">
              <a:buNone/>
            </a:pPr>
            <a:r>
              <a:rPr lang="ru-RU" dirty="0"/>
              <a:t>3) клавиатура и компьютерная мышь.</a:t>
            </a:r>
          </a:p>
        </p:txBody>
      </p:sp>
    </p:spTree>
    <p:extLst>
      <p:ext uri="{BB962C8B-B14F-4D97-AF65-F5344CB8AC3E}">
        <p14:creationId xmlns:p14="http://schemas.microsoft.com/office/powerpoint/2010/main" val="2089654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1B5EAB9-45ED-44A6-AABB-2A4C7E2451EB}"/>
              </a:ext>
            </a:extLst>
          </p:cNvPr>
          <p:cNvSpPr>
            <a:spLocks noGrp="1"/>
          </p:cNvSpPr>
          <p:nvPr>
            <p:ph idx="1"/>
          </p:nvPr>
        </p:nvSpPr>
        <p:spPr>
          <a:xfrm>
            <a:off x="1237958" y="592666"/>
            <a:ext cx="9809452" cy="5198534"/>
          </a:xfrm>
        </p:spPr>
        <p:txBody>
          <a:bodyPr/>
          <a:lstStyle/>
          <a:p>
            <a:pPr marL="0" indent="0">
              <a:buNone/>
            </a:pPr>
            <a:r>
              <a:rPr lang="ru-RU" dirty="0"/>
              <a:t>К периферийным устройствам можно также отнести измерительную систему объекта управления и датчики, измеряющие другие технологические параметры. Эти устройства включают в себя аналого-цифровые преобразователи, датчики для обеспечения измерения параметров, которые могут вызвать аварийную ситуацию (датчики защитных функций). К периферийным устройствам также относятся электроавтоматические устройства объекта управления, системы управления приводами, которые могут включать в себя цифровые аналоговые преобразователи (ЦАП).</a:t>
            </a:r>
            <a:endParaRPr lang="ru-BY" dirty="0"/>
          </a:p>
        </p:txBody>
      </p:sp>
    </p:spTree>
    <p:extLst>
      <p:ext uri="{BB962C8B-B14F-4D97-AF65-F5344CB8AC3E}">
        <p14:creationId xmlns:p14="http://schemas.microsoft.com/office/powerpoint/2010/main" val="317486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E356C7F-63DA-440D-B1DE-7F954ABC285C}"/>
              </a:ext>
            </a:extLst>
          </p:cNvPr>
          <p:cNvSpPr>
            <a:spLocks noGrp="1"/>
          </p:cNvSpPr>
          <p:nvPr>
            <p:ph idx="1"/>
          </p:nvPr>
        </p:nvSpPr>
        <p:spPr>
          <a:xfrm>
            <a:off x="1139484" y="592666"/>
            <a:ext cx="9907926" cy="5198534"/>
          </a:xfrm>
        </p:spPr>
        <p:txBody>
          <a:bodyPr/>
          <a:lstStyle/>
          <a:p>
            <a:pPr marL="0" indent="0">
              <a:buNone/>
            </a:pPr>
            <a:r>
              <a:rPr lang="ru-RU" dirty="0"/>
              <a:t>Все периферийные устройства обмениваются информацией через интерфейсные шины и управляются от МП. Однако для разгрузки МП от решения многих задач управления, а также для совмещения управляющего воздействия с реальным масштабом времени по отработке команд большинство внешних устройств имеют свою периферийную систему управления в виде микроконтроллеров управления отдельными устройствами. Например, в УЧПУ имеются контроллеры управления быстродействующими внешними устройствами, цифрового ввода-вывода, ввода-вывода с перфолент, управления выводом из оперативной памяти, управления измерительной системой и т. д.</a:t>
            </a:r>
            <a:endParaRPr lang="ru-BY" dirty="0"/>
          </a:p>
        </p:txBody>
      </p:sp>
    </p:spTree>
    <p:extLst>
      <p:ext uri="{BB962C8B-B14F-4D97-AF65-F5344CB8AC3E}">
        <p14:creationId xmlns:p14="http://schemas.microsoft.com/office/powerpoint/2010/main" val="3305903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00C20D-DAFA-49B5-9D16-1EBD2D88B986}"/>
              </a:ext>
            </a:extLst>
          </p:cNvPr>
          <p:cNvSpPr>
            <a:spLocks noGrp="1"/>
          </p:cNvSpPr>
          <p:nvPr>
            <p:ph type="title"/>
          </p:nvPr>
        </p:nvSpPr>
        <p:spPr/>
        <p:txBody>
          <a:bodyPr/>
          <a:lstStyle/>
          <a:p>
            <a:r>
              <a:rPr lang="ru-RU" dirty="0"/>
              <a:t>Вставьте пропущенное слово</a:t>
            </a:r>
            <a:endParaRPr lang="ru-BY" dirty="0"/>
          </a:p>
        </p:txBody>
      </p:sp>
      <p:sp>
        <p:nvSpPr>
          <p:cNvPr id="3" name="Объект 2">
            <a:extLst>
              <a:ext uri="{FF2B5EF4-FFF2-40B4-BE49-F238E27FC236}">
                <a16:creationId xmlns:a16="http://schemas.microsoft.com/office/drawing/2014/main" id="{1AE0EA4F-E570-48FC-AF4D-682C6241D49F}"/>
              </a:ext>
            </a:extLst>
          </p:cNvPr>
          <p:cNvSpPr>
            <a:spLocks noGrp="1"/>
          </p:cNvSpPr>
          <p:nvPr>
            <p:ph idx="1"/>
          </p:nvPr>
        </p:nvSpPr>
        <p:spPr/>
        <p:txBody>
          <a:bodyPr>
            <a:normAutofit/>
          </a:bodyPr>
          <a:lstStyle/>
          <a:p>
            <a:pPr marL="0" indent="0">
              <a:buNone/>
            </a:pPr>
            <a:r>
              <a:rPr lang="ru-RU" sz="2800" dirty="0"/>
              <a:t>К периферийным устройствам можно также отнести измерительную систему объекта управления и ________, измеряющие другие технологические параметры. </a:t>
            </a:r>
            <a:endParaRPr lang="ru-BY" sz="2800" dirty="0"/>
          </a:p>
        </p:txBody>
      </p:sp>
    </p:spTree>
    <p:extLst>
      <p:ext uri="{BB962C8B-B14F-4D97-AF65-F5344CB8AC3E}">
        <p14:creationId xmlns:p14="http://schemas.microsoft.com/office/powerpoint/2010/main" val="121211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217264-63CA-4BA4-A2B3-3E459C1FC7E5}"/>
              </a:ext>
            </a:extLst>
          </p:cNvPr>
          <p:cNvSpPr>
            <a:spLocks noGrp="1"/>
          </p:cNvSpPr>
          <p:nvPr>
            <p:ph type="title"/>
          </p:nvPr>
        </p:nvSpPr>
        <p:spPr>
          <a:xfrm>
            <a:off x="1141412" y="209554"/>
            <a:ext cx="9905998" cy="1478570"/>
          </a:xfrm>
        </p:spPr>
        <p:txBody>
          <a:bodyPr/>
          <a:lstStyle/>
          <a:p>
            <a:r>
              <a:rPr lang="ru-RU" dirty="0"/>
              <a:t>Устройства считывания информации</a:t>
            </a:r>
            <a:endParaRPr lang="ru-BY" dirty="0"/>
          </a:p>
        </p:txBody>
      </p:sp>
      <p:sp>
        <p:nvSpPr>
          <p:cNvPr id="3" name="Объект 2">
            <a:extLst>
              <a:ext uri="{FF2B5EF4-FFF2-40B4-BE49-F238E27FC236}">
                <a16:creationId xmlns:a16="http://schemas.microsoft.com/office/drawing/2014/main" id="{3F0F7141-9F98-4472-AA80-C049ABC04226}"/>
              </a:ext>
            </a:extLst>
          </p:cNvPr>
          <p:cNvSpPr>
            <a:spLocks noGrp="1"/>
          </p:cNvSpPr>
          <p:nvPr>
            <p:ph idx="1"/>
          </p:nvPr>
        </p:nvSpPr>
        <p:spPr>
          <a:xfrm>
            <a:off x="1141412" y="1406769"/>
            <a:ext cx="9905999" cy="5451231"/>
          </a:xfrm>
        </p:spPr>
        <p:txBody>
          <a:bodyPr>
            <a:normAutofit fontScale="85000" lnSpcReduction="10000"/>
          </a:bodyPr>
          <a:lstStyle/>
          <a:p>
            <a:pPr marL="0" indent="0">
              <a:buNone/>
            </a:pPr>
            <a:r>
              <a:rPr lang="ru-RU" dirty="0"/>
              <a:t>Устройство ввода выполняет следующие функции: считывание нанесенной на программоноситель информации, декодирование команды, преобразование кодов вводимых чисел в электрические (пневматические и др.) сигналы и введение их в блок управления приводами станка.</a:t>
            </a:r>
          </a:p>
          <a:p>
            <a:pPr marL="0" indent="0">
              <a:buNone/>
            </a:pPr>
            <a:r>
              <a:rPr lang="ru-RU" dirty="0"/>
              <a:t>Устройства ввода классифицируют по следующим признакам: </a:t>
            </a:r>
          </a:p>
          <a:p>
            <a:r>
              <a:rPr lang="ru-RU" dirty="0"/>
              <a:t>по способу считывания - магнитные и бесконтактные; </a:t>
            </a:r>
          </a:p>
          <a:p>
            <a:r>
              <a:rPr lang="ru-RU" dirty="0"/>
              <a:t>по принципу считывания - параллельного и последовательного действия; </a:t>
            </a:r>
          </a:p>
          <a:p>
            <a:r>
              <a:rPr lang="ru-RU" dirty="0"/>
              <a:t>по использованию для считывания физического явления - фотоэлектрические, диэлектрические (емкостные), электромеханические, пневматические и другие</a:t>
            </a:r>
          </a:p>
          <a:p>
            <a:pPr marL="0" indent="0">
              <a:buNone/>
            </a:pPr>
            <a:r>
              <a:rPr lang="ru-RU" dirty="0"/>
              <a:t> по типу и характеристике программоносителя - на бумажной ленте, киноленте и др.,</a:t>
            </a:r>
          </a:p>
          <a:p>
            <a:pPr marL="0" indent="0">
              <a:buNone/>
            </a:pPr>
            <a:r>
              <a:rPr lang="ru-RU" dirty="0"/>
              <a:t> по быстродействию – малой (до 100 строк/с), средней (100-1000 строк/с) и большой (свыше 1000 строк/с) скорости.</a:t>
            </a:r>
          </a:p>
          <a:p>
            <a:endParaRPr lang="ru-BY" dirty="0"/>
          </a:p>
        </p:txBody>
      </p:sp>
    </p:spTree>
    <p:extLst>
      <p:ext uri="{BB962C8B-B14F-4D97-AF65-F5344CB8AC3E}">
        <p14:creationId xmlns:p14="http://schemas.microsoft.com/office/powerpoint/2010/main" val="452515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9098731-87D4-4A31-9761-C37EE8B215A3}"/>
              </a:ext>
            </a:extLst>
          </p:cNvPr>
          <p:cNvSpPr>
            <a:spLocks noGrp="1"/>
          </p:cNvSpPr>
          <p:nvPr>
            <p:ph idx="1"/>
          </p:nvPr>
        </p:nvSpPr>
        <p:spPr>
          <a:xfrm>
            <a:off x="844062" y="592666"/>
            <a:ext cx="10203347" cy="5198534"/>
          </a:xfrm>
        </p:spPr>
        <p:txBody>
          <a:bodyPr/>
          <a:lstStyle/>
          <a:p>
            <a:pPr marL="0" indent="0">
              <a:buNone/>
            </a:pPr>
            <a:r>
              <a:rPr lang="ru-RU" sz="2800" dirty="0"/>
              <a:t>Считывание информации может выполняться в двух режимах движения ленты:</a:t>
            </a:r>
          </a:p>
          <a:p>
            <a:pPr marL="0" indent="0">
              <a:buNone/>
            </a:pPr>
            <a:r>
              <a:rPr lang="ru-RU" dirty="0"/>
              <a:t>• при первом режиме лента непрерывно перемещается относительно считывающих элементов, считывание происходит во время движения, строки перфоленты считываются последовательно друг за другом. Такое считывание называют </a:t>
            </a:r>
            <a:r>
              <a:rPr lang="ru-RU" sz="2800" dirty="0"/>
              <a:t>последовательным</a:t>
            </a:r>
            <a:r>
              <a:rPr lang="ru-RU" dirty="0"/>
              <a:t>;</a:t>
            </a:r>
          </a:p>
          <a:p>
            <a:pPr marL="0" indent="0">
              <a:buNone/>
            </a:pPr>
            <a:r>
              <a:rPr lang="ru-RU" dirty="0"/>
              <a:t>• при втором режиме лента перемещается периодически, считывание осуществляется во время остановки ленты. Если одновременно считывается весь кадр, то такое считывание называют </a:t>
            </a:r>
            <a:r>
              <a:rPr lang="ru-RU" sz="2800" dirty="0"/>
              <a:t>параллельным</a:t>
            </a:r>
            <a:r>
              <a:rPr lang="ru-RU" dirty="0"/>
              <a:t>.</a:t>
            </a:r>
          </a:p>
          <a:p>
            <a:pPr marL="0" indent="0">
              <a:buNone/>
            </a:pPr>
            <a:endParaRPr lang="ru-BY" dirty="0"/>
          </a:p>
        </p:txBody>
      </p:sp>
    </p:spTree>
    <p:extLst>
      <p:ext uri="{BB962C8B-B14F-4D97-AF65-F5344CB8AC3E}">
        <p14:creationId xmlns:p14="http://schemas.microsoft.com/office/powerpoint/2010/main" val="3188318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A22865-25D5-4617-9DB1-AC623C1A3428}"/>
              </a:ext>
            </a:extLst>
          </p:cNvPr>
          <p:cNvSpPr>
            <a:spLocks noGrp="1"/>
          </p:cNvSpPr>
          <p:nvPr>
            <p:ph type="title"/>
          </p:nvPr>
        </p:nvSpPr>
        <p:spPr>
          <a:xfrm>
            <a:off x="1141413" y="147711"/>
            <a:ext cx="9905998" cy="1478570"/>
          </a:xfrm>
        </p:spPr>
        <p:txBody>
          <a:bodyPr>
            <a:normAutofit/>
          </a:bodyPr>
          <a:lstStyle/>
          <a:p>
            <a:pPr algn="ctr"/>
            <a:r>
              <a:rPr lang="ru-RU" sz="3200" dirty="0"/>
              <a:t>Соотнесите устройства ввода и их классификацию</a:t>
            </a:r>
            <a:endParaRPr lang="ru-BY" sz="3200" dirty="0"/>
          </a:p>
        </p:txBody>
      </p:sp>
      <p:sp>
        <p:nvSpPr>
          <p:cNvPr id="3" name="Объект 2">
            <a:extLst>
              <a:ext uri="{FF2B5EF4-FFF2-40B4-BE49-F238E27FC236}">
                <a16:creationId xmlns:a16="http://schemas.microsoft.com/office/drawing/2014/main" id="{B2DB2EC7-9D14-4DBB-AADB-737A219E3C1D}"/>
              </a:ext>
            </a:extLst>
          </p:cNvPr>
          <p:cNvSpPr>
            <a:spLocks noGrp="1"/>
          </p:cNvSpPr>
          <p:nvPr>
            <p:ph idx="1"/>
          </p:nvPr>
        </p:nvSpPr>
        <p:spPr>
          <a:xfrm>
            <a:off x="1141412" y="1322364"/>
            <a:ext cx="9905999" cy="5535636"/>
          </a:xfrm>
        </p:spPr>
        <p:txBody>
          <a:bodyPr>
            <a:normAutofit lnSpcReduction="10000"/>
          </a:bodyPr>
          <a:lstStyle/>
          <a:p>
            <a:pPr indent="0" algn="just">
              <a:buNone/>
            </a:pPr>
            <a:r>
              <a:rPr lang="ru-BY" sz="2000" dirty="0">
                <a:effectLst/>
                <a:latin typeface="Times New Roman" panose="02020603050405020304" pitchFamily="18" charset="0"/>
                <a:ea typeface="Times New Roman" panose="02020603050405020304" pitchFamily="18" charset="0"/>
              </a:rPr>
              <a:t>По способу считывания…</a:t>
            </a:r>
          </a:p>
          <a:p>
            <a:pPr indent="0" algn="just">
              <a:buNone/>
            </a:pPr>
            <a:r>
              <a:rPr lang="ru-BY" sz="2000" dirty="0">
                <a:effectLst/>
                <a:latin typeface="Times New Roman" panose="02020603050405020304" pitchFamily="18" charset="0"/>
                <a:ea typeface="Times New Roman" panose="02020603050405020304" pitchFamily="18" charset="0"/>
              </a:rPr>
              <a:t>По принципу считывания…</a:t>
            </a:r>
          </a:p>
          <a:p>
            <a:pPr indent="0" algn="just">
              <a:buNone/>
            </a:pPr>
            <a:r>
              <a:rPr lang="ru-BY" sz="2000" dirty="0">
                <a:effectLst/>
                <a:latin typeface="Times New Roman" panose="02020603050405020304" pitchFamily="18" charset="0"/>
                <a:ea typeface="Times New Roman" panose="02020603050405020304" pitchFamily="18" charset="0"/>
              </a:rPr>
              <a:t>По использованию по считыванию физического явления…</a:t>
            </a:r>
          </a:p>
          <a:p>
            <a:pPr indent="0" algn="just">
              <a:buNone/>
            </a:pPr>
            <a:r>
              <a:rPr lang="ru-BY" sz="2000" dirty="0">
                <a:effectLst/>
                <a:latin typeface="Times New Roman" panose="02020603050405020304" pitchFamily="18" charset="0"/>
                <a:ea typeface="Times New Roman" panose="02020603050405020304" pitchFamily="18" charset="0"/>
              </a:rPr>
              <a:t>По типу и характеристике программоносителя…</a:t>
            </a:r>
          </a:p>
          <a:p>
            <a:pPr indent="0" algn="just">
              <a:buNone/>
            </a:pPr>
            <a:r>
              <a:rPr lang="ru-BY" sz="2000" dirty="0">
                <a:effectLst/>
                <a:latin typeface="Times New Roman" panose="02020603050405020304" pitchFamily="18" charset="0"/>
                <a:ea typeface="Times New Roman" panose="02020603050405020304" pitchFamily="18" charset="0"/>
              </a:rPr>
              <a:t>По быстродействию…</a:t>
            </a:r>
          </a:p>
          <a:p>
            <a:pPr indent="0" algn="just">
              <a:buNone/>
            </a:pPr>
            <a:r>
              <a:rPr lang="ru-BY" sz="2000" i="1" dirty="0">
                <a:effectLst/>
                <a:latin typeface="Times New Roman" panose="02020603050405020304" pitchFamily="18" charset="0"/>
                <a:ea typeface="Times New Roman" panose="02020603050405020304" pitchFamily="18" charset="0"/>
              </a:rPr>
              <a:t>- фотоэлектрические, диэлектрические (емкостные), электромеханические, пневматически</a:t>
            </a:r>
            <a:endParaRPr lang="ru-BY" sz="2000" dirty="0">
              <a:effectLst/>
              <a:latin typeface="Times New Roman" panose="02020603050405020304" pitchFamily="18" charset="0"/>
              <a:ea typeface="Times New Roman" panose="02020603050405020304" pitchFamily="18" charset="0"/>
            </a:endParaRPr>
          </a:p>
          <a:p>
            <a:pPr indent="0" algn="just">
              <a:buNone/>
            </a:pPr>
            <a:r>
              <a:rPr lang="ru-BY" sz="2000" i="1" dirty="0">
                <a:effectLst/>
                <a:latin typeface="Times New Roman" panose="02020603050405020304" pitchFamily="18" charset="0"/>
                <a:ea typeface="Times New Roman" panose="02020603050405020304" pitchFamily="18" charset="0"/>
              </a:rPr>
              <a:t>-  магнитные и бесконтактные</a:t>
            </a:r>
            <a:endParaRPr lang="ru-BY" sz="2000" dirty="0">
              <a:effectLst/>
              <a:latin typeface="Times New Roman" panose="02020603050405020304" pitchFamily="18" charset="0"/>
              <a:ea typeface="Times New Roman" panose="02020603050405020304" pitchFamily="18" charset="0"/>
            </a:endParaRPr>
          </a:p>
          <a:p>
            <a:pPr indent="0" algn="just">
              <a:buNone/>
            </a:pPr>
            <a:r>
              <a:rPr lang="ru-BY" sz="2000" i="1" dirty="0">
                <a:effectLst/>
                <a:latin typeface="Times New Roman" panose="02020603050405020304" pitchFamily="18" charset="0"/>
                <a:ea typeface="Times New Roman" panose="02020603050405020304" pitchFamily="18" charset="0"/>
              </a:rPr>
              <a:t>-  на бумажной ленте, киноленте</a:t>
            </a:r>
            <a:endParaRPr lang="ru-BY" sz="2000" dirty="0">
              <a:effectLst/>
              <a:latin typeface="Times New Roman" panose="02020603050405020304" pitchFamily="18" charset="0"/>
              <a:ea typeface="Times New Roman" panose="02020603050405020304" pitchFamily="18" charset="0"/>
            </a:endParaRPr>
          </a:p>
          <a:p>
            <a:pPr indent="0" algn="just">
              <a:buNone/>
            </a:pPr>
            <a:r>
              <a:rPr lang="ru-BY" sz="2000" i="1" dirty="0">
                <a:effectLst/>
                <a:latin typeface="Times New Roman" panose="02020603050405020304" pitchFamily="18" charset="0"/>
                <a:ea typeface="Times New Roman" panose="02020603050405020304" pitchFamily="18" charset="0"/>
              </a:rPr>
              <a:t>- малой (до 100 строк/с), средней (100-1000 строк/с) и большой (свыше 1000 строк/с) скорости</a:t>
            </a:r>
            <a:endParaRPr lang="ru-BY" sz="2000" dirty="0">
              <a:effectLst/>
              <a:latin typeface="Times New Roman" panose="02020603050405020304" pitchFamily="18" charset="0"/>
              <a:ea typeface="Times New Roman" panose="02020603050405020304" pitchFamily="18" charset="0"/>
            </a:endParaRPr>
          </a:p>
          <a:p>
            <a:pPr indent="0" algn="just">
              <a:buNone/>
            </a:pPr>
            <a:r>
              <a:rPr lang="ru-BY" sz="2000" i="1" dirty="0">
                <a:effectLst/>
                <a:latin typeface="Times New Roman" panose="02020603050405020304" pitchFamily="18" charset="0"/>
                <a:ea typeface="Times New Roman" panose="02020603050405020304" pitchFamily="18" charset="0"/>
              </a:rPr>
              <a:t>- параллельного и последовательного действия</a:t>
            </a:r>
            <a:endParaRPr lang="ru-BY" sz="2000" dirty="0">
              <a:effectLst/>
              <a:latin typeface="Times New Roman" panose="02020603050405020304" pitchFamily="18" charset="0"/>
              <a:ea typeface="Times New Roman" panose="02020603050405020304" pitchFamily="18" charset="0"/>
            </a:endParaRPr>
          </a:p>
          <a:p>
            <a:endParaRPr lang="ru-BY" dirty="0"/>
          </a:p>
        </p:txBody>
      </p:sp>
    </p:spTree>
    <p:extLst>
      <p:ext uri="{BB962C8B-B14F-4D97-AF65-F5344CB8AC3E}">
        <p14:creationId xmlns:p14="http://schemas.microsoft.com/office/powerpoint/2010/main" val="4184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62EE9F-F324-4D02-828A-3854C03632C2}"/>
              </a:ext>
            </a:extLst>
          </p:cNvPr>
          <p:cNvSpPr>
            <a:spLocks noGrp="1"/>
          </p:cNvSpPr>
          <p:nvPr>
            <p:ph type="title"/>
          </p:nvPr>
        </p:nvSpPr>
        <p:spPr/>
        <p:txBody>
          <a:bodyPr>
            <a:normAutofit fontScale="90000"/>
          </a:bodyPr>
          <a:lstStyle/>
          <a:p>
            <a:pPr algn="ctr"/>
            <a:r>
              <a:rPr lang="ru-RU" sz="4400" dirty="0"/>
              <a:t>Классификация устройств считывания информации</a:t>
            </a:r>
            <a:br>
              <a:rPr lang="ru-RU" dirty="0"/>
            </a:br>
            <a:br>
              <a:rPr lang="ru-RU" dirty="0"/>
            </a:br>
            <a:endParaRPr lang="ru-BY" dirty="0"/>
          </a:p>
        </p:txBody>
      </p:sp>
      <p:sp>
        <p:nvSpPr>
          <p:cNvPr id="3" name="Объект 2">
            <a:extLst>
              <a:ext uri="{FF2B5EF4-FFF2-40B4-BE49-F238E27FC236}">
                <a16:creationId xmlns:a16="http://schemas.microsoft.com/office/drawing/2014/main" id="{D21E986F-B16B-4CDE-B1CF-388529D5B9F4}"/>
              </a:ext>
            </a:extLst>
          </p:cNvPr>
          <p:cNvSpPr>
            <a:spLocks noGrp="1"/>
          </p:cNvSpPr>
          <p:nvPr>
            <p:ph idx="1"/>
          </p:nvPr>
        </p:nvSpPr>
        <p:spPr/>
        <p:txBody>
          <a:bodyPr/>
          <a:lstStyle/>
          <a:p>
            <a:r>
              <a:rPr lang="ru-RU" sz="4000" dirty="0"/>
              <a:t>Магнитное считывающее устройство </a:t>
            </a:r>
          </a:p>
          <a:p>
            <a:r>
              <a:rPr lang="ru-RU" sz="4000" dirty="0"/>
              <a:t>Фотосчитывающее устройство </a:t>
            </a:r>
          </a:p>
          <a:p>
            <a:r>
              <a:rPr lang="ru-RU" sz="4000" dirty="0"/>
              <a:t>Контактное считывающее устройство</a:t>
            </a:r>
          </a:p>
          <a:p>
            <a:pPr marL="0" indent="0">
              <a:buNone/>
            </a:pPr>
            <a:endParaRPr lang="ru-BY" dirty="0"/>
          </a:p>
        </p:txBody>
      </p:sp>
    </p:spTree>
    <p:extLst>
      <p:ext uri="{BB962C8B-B14F-4D97-AF65-F5344CB8AC3E}">
        <p14:creationId xmlns:p14="http://schemas.microsoft.com/office/powerpoint/2010/main" val="1540429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E267E6-C42F-4FE6-8F0D-9034644A1FD1}"/>
              </a:ext>
            </a:extLst>
          </p:cNvPr>
          <p:cNvSpPr>
            <a:spLocks noGrp="1"/>
          </p:cNvSpPr>
          <p:nvPr>
            <p:ph type="title"/>
          </p:nvPr>
        </p:nvSpPr>
        <p:spPr/>
        <p:txBody>
          <a:bodyPr/>
          <a:lstStyle/>
          <a:p>
            <a:pPr algn="ctr"/>
            <a:r>
              <a:rPr lang="ru-RU" dirty="0"/>
              <a:t>Магнитное считывающее устройство</a:t>
            </a:r>
            <a:endParaRPr lang="ru-BY" dirty="0"/>
          </a:p>
        </p:txBody>
      </p:sp>
      <p:sp>
        <p:nvSpPr>
          <p:cNvPr id="3" name="Объект 2">
            <a:extLst>
              <a:ext uri="{FF2B5EF4-FFF2-40B4-BE49-F238E27FC236}">
                <a16:creationId xmlns:a16="http://schemas.microsoft.com/office/drawing/2014/main" id="{9AC629A8-F3C3-4C4A-A425-F22824FC7AA4}"/>
              </a:ext>
            </a:extLst>
          </p:cNvPr>
          <p:cNvSpPr>
            <a:spLocks noGrp="1"/>
          </p:cNvSpPr>
          <p:nvPr>
            <p:ph sz="half" idx="1"/>
          </p:nvPr>
        </p:nvSpPr>
        <p:spPr>
          <a:xfrm>
            <a:off x="803786" y="1785252"/>
            <a:ext cx="5216015" cy="4728090"/>
          </a:xfrm>
        </p:spPr>
        <p:txBody>
          <a:bodyPr>
            <a:normAutofit fontScale="85000" lnSpcReduction="20000"/>
          </a:bodyPr>
          <a:lstStyle/>
          <a:p>
            <a:pPr marL="0" indent="0">
              <a:buNone/>
            </a:pPr>
            <a:r>
              <a:rPr lang="ru-RU" dirty="0"/>
              <a:t>Предназначено для преобразования информации, записанной на магнитной ленте в виде магнитных силовых линий определенного направления, в электрические импульсы. Магнитное считывающее устройство состоит из двух основных частей: считывателя программы и лентопротяжного механизма. Считывают программу магнитные головки, которые воспроизводят записанную на ленте информацию. В рабочей головке, обращенной к ленте, между половинками сердечника имеется зазор 0,01 - 0,02 мм, заполненный немагнитным материалом.</a:t>
            </a:r>
            <a:endParaRPr lang="ru-BY" dirty="0"/>
          </a:p>
        </p:txBody>
      </p:sp>
      <p:pic>
        <p:nvPicPr>
          <p:cNvPr id="5" name="Объект 4" descr="Магнитное считывающее устройство">
            <a:extLst>
              <a:ext uri="{FF2B5EF4-FFF2-40B4-BE49-F238E27FC236}">
                <a16:creationId xmlns:a16="http://schemas.microsoft.com/office/drawing/2014/main" id="{2BC3AED7-295C-40D8-8657-ECFCA90C6784}"/>
              </a:ext>
            </a:extLst>
          </p:cNvPr>
          <p:cNvPicPr>
            <a:picLocks noGrp="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880295" y="1863969"/>
            <a:ext cx="5711483" cy="3523957"/>
          </a:xfrm>
          <a:prstGeom prst="rect">
            <a:avLst/>
          </a:prstGeom>
          <a:noFill/>
          <a:ln>
            <a:noFill/>
          </a:ln>
        </p:spPr>
      </p:pic>
    </p:spTree>
    <p:extLst>
      <p:ext uri="{BB962C8B-B14F-4D97-AF65-F5344CB8AC3E}">
        <p14:creationId xmlns:p14="http://schemas.microsoft.com/office/powerpoint/2010/main" val="394569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BF4A6C-6E4C-49F3-A597-196150836B79}"/>
              </a:ext>
            </a:extLst>
          </p:cNvPr>
          <p:cNvSpPr>
            <a:spLocks noGrp="1"/>
          </p:cNvSpPr>
          <p:nvPr>
            <p:ph type="title"/>
          </p:nvPr>
        </p:nvSpPr>
        <p:spPr>
          <a:xfrm>
            <a:off x="1141413" y="0"/>
            <a:ext cx="9905998" cy="1478570"/>
          </a:xfrm>
        </p:spPr>
        <p:txBody>
          <a:bodyPr/>
          <a:lstStyle/>
          <a:p>
            <a:pPr algn="ctr"/>
            <a:r>
              <a:rPr lang="ru-RU" dirty="0"/>
              <a:t>Принцип работы магнитного считывающего устройства</a:t>
            </a:r>
            <a:endParaRPr lang="ru-BY" dirty="0"/>
          </a:p>
        </p:txBody>
      </p:sp>
      <p:sp>
        <p:nvSpPr>
          <p:cNvPr id="3" name="Объект 2">
            <a:extLst>
              <a:ext uri="{FF2B5EF4-FFF2-40B4-BE49-F238E27FC236}">
                <a16:creationId xmlns:a16="http://schemas.microsoft.com/office/drawing/2014/main" id="{3DCF01E7-0D16-44FB-9497-A84E21D4AA26}"/>
              </a:ext>
            </a:extLst>
          </p:cNvPr>
          <p:cNvSpPr>
            <a:spLocks noGrp="1"/>
          </p:cNvSpPr>
          <p:nvPr>
            <p:ph sz="half" idx="1"/>
          </p:nvPr>
        </p:nvSpPr>
        <p:spPr>
          <a:xfrm>
            <a:off x="801858" y="1181686"/>
            <a:ext cx="5370342" cy="5570805"/>
          </a:xfrm>
        </p:spPr>
        <p:txBody>
          <a:bodyPr>
            <a:normAutofit fontScale="32500" lnSpcReduction="20000"/>
          </a:bodyPr>
          <a:lstStyle/>
          <a:p>
            <a:pPr marL="0" indent="0" algn="just">
              <a:buNone/>
            </a:pPr>
            <a:r>
              <a:rPr lang="ru-RU" sz="5500" dirty="0"/>
              <a:t>При перемещении магнитной ленты вдоль зазора головки магнитные линии ее участков будут замыкаться по сердечнику, возбуждая электродвижущую силу F в обмотке катушек.</a:t>
            </a:r>
          </a:p>
          <a:p>
            <a:pPr marL="0" indent="0" algn="just">
              <a:buNone/>
            </a:pPr>
            <a:r>
              <a:rPr lang="ru-RU" sz="5500" dirty="0"/>
              <a:t>Лентопротяжный механизм предназначен для перемещения магнитной ленты относительно магнитных головок. Лента перемещается от ведущего вала 1 (двигателя постоянного тока), к которому ее прижимает прижимный ролик 2. Для уменьшения воздушного зазора лента прижимается к магнитным головкам 3 прижимной колодкой 4. В процессе считывания магнитная лента сматывается с левой катушки 5 и наматывается на правую катушку 6. Скорость перемещения ленты 0,2 м/с. В конструкции лентопротяжного механизма предусмотрена возможность обратной ускоренной перемотки магнитной ленты с катушки 6 на катушку 5.</a:t>
            </a:r>
          </a:p>
          <a:p>
            <a:endParaRPr lang="ru-BY" dirty="0"/>
          </a:p>
        </p:txBody>
      </p:sp>
      <p:pic>
        <p:nvPicPr>
          <p:cNvPr id="5" name="Объект 4" descr="Магнитное считывающее устройство">
            <a:extLst>
              <a:ext uri="{FF2B5EF4-FFF2-40B4-BE49-F238E27FC236}">
                <a16:creationId xmlns:a16="http://schemas.microsoft.com/office/drawing/2014/main" id="{DD5D08C8-2D8A-4773-9694-A118F268296C}"/>
              </a:ext>
            </a:extLst>
          </p:cNvPr>
          <p:cNvPicPr>
            <a:picLocks noGrp="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172199" y="1478570"/>
            <a:ext cx="5475849" cy="3529528"/>
          </a:xfrm>
          <a:prstGeom prst="rect">
            <a:avLst/>
          </a:prstGeom>
          <a:noFill/>
          <a:ln>
            <a:noFill/>
          </a:ln>
        </p:spPr>
      </p:pic>
    </p:spTree>
    <p:extLst>
      <p:ext uri="{BB962C8B-B14F-4D97-AF65-F5344CB8AC3E}">
        <p14:creationId xmlns:p14="http://schemas.microsoft.com/office/powerpoint/2010/main" val="3989742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B4C74F-7DD2-4DDE-8182-619C6E17C07F}"/>
              </a:ext>
            </a:extLst>
          </p:cNvPr>
          <p:cNvSpPr>
            <a:spLocks noGrp="1"/>
          </p:cNvSpPr>
          <p:nvPr>
            <p:ph type="title"/>
          </p:nvPr>
        </p:nvSpPr>
        <p:spPr/>
        <p:txBody>
          <a:bodyPr/>
          <a:lstStyle/>
          <a:p>
            <a:pPr algn="ctr"/>
            <a:r>
              <a:rPr lang="ru-RU" dirty="0"/>
              <a:t>Использование магнитных считывающих устройств в повседневной жизни</a:t>
            </a:r>
            <a:endParaRPr lang="ru-BY" dirty="0"/>
          </a:p>
        </p:txBody>
      </p:sp>
      <p:pic>
        <p:nvPicPr>
          <p:cNvPr id="7" name="Объект 6">
            <a:extLst>
              <a:ext uri="{FF2B5EF4-FFF2-40B4-BE49-F238E27FC236}">
                <a16:creationId xmlns:a16="http://schemas.microsoft.com/office/drawing/2014/main" id="{BDA7C49A-5B11-402C-8658-24628D0F8C3A}"/>
              </a:ext>
            </a:extLst>
          </p:cNvPr>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a:xfrm>
            <a:off x="1433336" y="2249488"/>
            <a:ext cx="4294540" cy="3541712"/>
          </a:xfrm>
          <a:prstGeom prst="rect">
            <a:avLst/>
          </a:prstGeom>
        </p:spPr>
      </p:pic>
      <p:pic>
        <p:nvPicPr>
          <p:cNvPr id="8" name="Объект 7">
            <a:extLst>
              <a:ext uri="{FF2B5EF4-FFF2-40B4-BE49-F238E27FC236}">
                <a16:creationId xmlns:a16="http://schemas.microsoft.com/office/drawing/2014/main" id="{84583CB9-CA05-40A9-95E3-0AB3C655B635}"/>
              </a:ext>
            </a:extLst>
          </p:cNvPr>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38950" y="2249488"/>
            <a:ext cx="3541712" cy="3541712"/>
          </a:xfrm>
          <a:prstGeom prst="rect">
            <a:avLst/>
          </a:prstGeom>
          <a:noFill/>
          <a:ln>
            <a:noFill/>
          </a:ln>
        </p:spPr>
      </p:pic>
    </p:spTree>
    <p:extLst>
      <p:ext uri="{BB962C8B-B14F-4D97-AF65-F5344CB8AC3E}">
        <p14:creationId xmlns:p14="http://schemas.microsoft.com/office/powerpoint/2010/main" val="1648185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FBDC63-6D11-42D2-9D83-CE7193688B46}"/>
              </a:ext>
            </a:extLst>
          </p:cNvPr>
          <p:cNvSpPr>
            <a:spLocks noGrp="1"/>
          </p:cNvSpPr>
          <p:nvPr>
            <p:ph type="title"/>
          </p:nvPr>
        </p:nvSpPr>
        <p:spPr/>
        <p:txBody>
          <a:bodyPr/>
          <a:lstStyle/>
          <a:p>
            <a:pPr algn="ctr"/>
            <a:r>
              <a:rPr lang="ru-RU" dirty="0"/>
              <a:t>Дополните предложения недостающими словами</a:t>
            </a:r>
            <a:endParaRPr lang="ru-BY" dirty="0"/>
          </a:p>
        </p:txBody>
      </p:sp>
      <p:sp>
        <p:nvSpPr>
          <p:cNvPr id="3" name="Объект 2">
            <a:extLst>
              <a:ext uri="{FF2B5EF4-FFF2-40B4-BE49-F238E27FC236}">
                <a16:creationId xmlns:a16="http://schemas.microsoft.com/office/drawing/2014/main" id="{726D9D2A-E704-45FC-8EAD-C6C0457C222D}"/>
              </a:ext>
            </a:extLst>
          </p:cNvPr>
          <p:cNvSpPr>
            <a:spLocks noGrp="1"/>
          </p:cNvSpPr>
          <p:nvPr>
            <p:ph idx="1"/>
          </p:nvPr>
        </p:nvSpPr>
        <p:spPr/>
        <p:txBody>
          <a:bodyPr>
            <a:normAutofit/>
          </a:bodyPr>
          <a:lstStyle/>
          <a:p>
            <a:pPr marL="0" indent="0">
              <a:buNone/>
            </a:pPr>
            <a:r>
              <a:rPr lang="ru-RU" sz="2800" dirty="0"/>
              <a:t>Магнитное считывающее устройство предназначено для преобразования ___________, записанной на магнитной ленте в виде магнитных силовых линий определенного направления, в __________ импульсы. Магнитное считывающее устройство состоит из двух основных частей: считывателя ______________ и лентопротяжного механизма.</a:t>
            </a:r>
            <a:endParaRPr lang="ru-BY" sz="2800" dirty="0"/>
          </a:p>
        </p:txBody>
      </p:sp>
    </p:spTree>
    <p:extLst>
      <p:ext uri="{BB962C8B-B14F-4D97-AF65-F5344CB8AC3E}">
        <p14:creationId xmlns:p14="http://schemas.microsoft.com/office/powerpoint/2010/main" val="1116648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4C8CB6-56AB-43BA-BC37-F2F68DE88FFD}"/>
              </a:ext>
            </a:extLst>
          </p:cNvPr>
          <p:cNvSpPr>
            <a:spLocks noGrp="1"/>
          </p:cNvSpPr>
          <p:nvPr>
            <p:ph type="title"/>
          </p:nvPr>
        </p:nvSpPr>
        <p:spPr>
          <a:xfrm>
            <a:off x="1148295" y="45812"/>
            <a:ext cx="9900704" cy="868588"/>
          </a:xfrm>
        </p:spPr>
        <p:txBody>
          <a:bodyPr/>
          <a:lstStyle/>
          <a:p>
            <a:pPr algn="ctr"/>
            <a:r>
              <a:rPr lang="ru-RU" dirty="0"/>
              <a:t>Контактное считывающее устройство</a:t>
            </a:r>
            <a:endParaRPr lang="ru-BY" dirty="0"/>
          </a:p>
        </p:txBody>
      </p:sp>
      <p:sp>
        <p:nvSpPr>
          <p:cNvPr id="4" name="Объект 3">
            <a:extLst>
              <a:ext uri="{FF2B5EF4-FFF2-40B4-BE49-F238E27FC236}">
                <a16:creationId xmlns:a16="http://schemas.microsoft.com/office/drawing/2014/main" id="{A248185B-579A-4016-A743-DCEFD0C0C0B2}"/>
              </a:ext>
            </a:extLst>
          </p:cNvPr>
          <p:cNvSpPr>
            <a:spLocks noGrp="1"/>
          </p:cNvSpPr>
          <p:nvPr>
            <p:ph idx="1"/>
          </p:nvPr>
        </p:nvSpPr>
        <p:spPr>
          <a:xfrm>
            <a:off x="981440" y="1061404"/>
            <a:ext cx="5545970" cy="5536344"/>
          </a:xfrm>
        </p:spPr>
        <p:txBody>
          <a:bodyPr>
            <a:noAutofit/>
          </a:bodyPr>
          <a:lstStyle/>
          <a:p>
            <a:pPr marL="0" indent="0" algn="just">
              <a:buNone/>
            </a:pPr>
            <a:r>
              <a:rPr lang="ru-RU" sz="1600" dirty="0"/>
              <a:t>В состав контактного считывающего устройства входят считыватель программы и лентопротяжный механизм. Считыватель программы предназначен для преобразования отверстий, пробитых на перфоленте, в электрические импульсы и состоит из контактной колодки 1 и головки 2 со щетками, между которыми перемещается восьмидорожечная перфолента 3. Контактная дорожка и головка выполнены из изоляционного материала. В колодке 1 запрессованы металлические пластины (контакты), а в головке-металлические пластины в виде щеток. Контакты колодки и щетки соединены с источником питания. При считывании информации щетки прижимаются к контактам колодки. Если между щеткой и соответствующим контактом нет отверстия на перфоленте, то электрическая цепь остается разомкнутой, что будет соответствовать наличию «0». Если на дорожке перфоленты имеется отверстие, щетка замкнется с контактом колодки, что соответствует наличию «1». Скорость считывания программы с помощью контактных считывающих устройств составляет 10-30 строк/с.</a:t>
            </a:r>
            <a:endParaRPr lang="ru-BY" sz="1600" dirty="0"/>
          </a:p>
        </p:txBody>
      </p:sp>
      <p:sp>
        <p:nvSpPr>
          <p:cNvPr id="6" name="Текст 5">
            <a:extLst>
              <a:ext uri="{FF2B5EF4-FFF2-40B4-BE49-F238E27FC236}">
                <a16:creationId xmlns:a16="http://schemas.microsoft.com/office/drawing/2014/main" id="{0BEE80A7-3D3C-4ECE-A87F-2A87F95FAE4F}"/>
              </a:ext>
            </a:extLst>
          </p:cNvPr>
          <p:cNvSpPr>
            <a:spLocks noGrp="1"/>
          </p:cNvSpPr>
          <p:nvPr>
            <p:ph type="body" sz="half" idx="2"/>
          </p:nvPr>
        </p:nvSpPr>
        <p:spPr>
          <a:xfrm>
            <a:off x="6527408" y="4864014"/>
            <a:ext cx="4783016" cy="1181617"/>
          </a:xfrm>
        </p:spPr>
        <p:txBody>
          <a:bodyPr>
            <a:normAutofit/>
          </a:bodyPr>
          <a:lstStyle/>
          <a:p>
            <a:r>
              <a:rPr lang="ru-RU" dirty="0"/>
              <a:t>1 - контактная колодка, 2 - головка, 3 - перфолента, 4 - ведущий вал, 5 - рычаг, 6 - электромагнит протяжки, 7 - прижимный ролик</a:t>
            </a:r>
            <a:endParaRPr lang="ru-BY" dirty="0"/>
          </a:p>
        </p:txBody>
      </p:sp>
      <p:pic>
        <p:nvPicPr>
          <p:cNvPr id="1027" name="Picture 3" descr="Контактное считывающее устройство">
            <a:extLst>
              <a:ext uri="{FF2B5EF4-FFF2-40B4-BE49-F238E27FC236}">
                <a16:creationId xmlns:a16="http://schemas.microsoft.com/office/drawing/2014/main" id="{8C2DF9CA-6A4D-471F-BF61-03DE3A290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409" y="1061404"/>
            <a:ext cx="5036233" cy="3802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1839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CC7AD4-6577-4FD5-97FE-F87747E4AE57}"/>
              </a:ext>
            </a:extLst>
          </p:cNvPr>
          <p:cNvSpPr>
            <a:spLocks noGrp="1"/>
          </p:cNvSpPr>
          <p:nvPr>
            <p:ph type="title"/>
          </p:nvPr>
        </p:nvSpPr>
        <p:spPr/>
        <p:txBody>
          <a:bodyPr/>
          <a:lstStyle/>
          <a:p>
            <a:pPr algn="ctr"/>
            <a:r>
              <a:rPr lang="ru-RU" dirty="0"/>
              <a:t>Использование контактных считывающих устройств в повседневной жизни</a:t>
            </a:r>
            <a:endParaRPr lang="ru-BY" dirty="0"/>
          </a:p>
        </p:txBody>
      </p:sp>
      <p:pic>
        <p:nvPicPr>
          <p:cNvPr id="4" name="Объект 3">
            <a:extLst>
              <a:ext uri="{FF2B5EF4-FFF2-40B4-BE49-F238E27FC236}">
                <a16:creationId xmlns:a16="http://schemas.microsoft.com/office/drawing/2014/main" id="{5CCF99A4-A434-4BB1-AF16-7086E72000BB}"/>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00378" y="2097087"/>
            <a:ext cx="5310575" cy="4528795"/>
          </a:xfrm>
          <a:prstGeom prst="rect">
            <a:avLst/>
          </a:prstGeom>
          <a:noFill/>
          <a:ln>
            <a:noFill/>
          </a:ln>
        </p:spPr>
      </p:pic>
    </p:spTree>
    <p:extLst>
      <p:ext uri="{BB962C8B-B14F-4D97-AF65-F5344CB8AC3E}">
        <p14:creationId xmlns:p14="http://schemas.microsoft.com/office/powerpoint/2010/main" val="3483636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D54AF1-B4A7-4A1F-AA08-0833791A9879}"/>
              </a:ext>
            </a:extLst>
          </p:cNvPr>
          <p:cNvSpPr>
            <a:spLocks noGrp="1"/>
          </p:cNvSpPr>
          <p:nvPr>
            <p:ph type="title"/>
          </p:nvPr>
        </p:nvSpPr>
        <p:spPr/>
        <p:txBody>
          <a:bodyPr/>
          <a:lstStyle/>
          <a:p>
            <a:pPr algn="ctr"/>
            <a:r>
              <a:rPr lang="ru-RU" dirty="0"/>
              <a:t>Дополните предложение недостающими словами</a:t>
            </a:r>
            <a:endParaRPr lang="ru-BY" dirty="0"/>
          </a:p>
        </p:txBody>
      </p:sp>
      <p:sp>
        <p:nvSpPr>
          <p:cNvPr id="3" name="Объект 2">
            <a:extLst>
              <a:ext uri="{FF2B5EF4-FFF2-40B4-BE49-F238E27FC236}">
                <a16:creationId xmlns:a16="http://schemas.microsoft.com/office/drawing/2014/main" id="{B6C9C599-4810-4BE5-B8CF-2669DDDC08C2}"/>
              </a:ext>
            </a:extLst>
          </p:cNvPr>
          <p:cNvSpPr>
            <a:spLocks noGrp="1"/>
          </p:cNvSpPr>
          <p:nvPr>
            <p:ph idx="1"/>
          </p:nvPr>
        </p:nvSpPr>
        <p:spPr/>
        <p:txBody>
          <a:bodyPr>
            <a:normAutofit/>
          </a:bodyPr>
          <a:lstStyle/>
          <a:p>
            <a:pPr marL="0" indent="0">
              <a:buNone/>
            </a:pPr>
            <a:r>
              <a:rPr lang="ru-RU" dirty="0"/>
              <a:t>В состав контактного считывающего устройства входят ____________ программы и лентопротяжный механизм. ____________ программы предназначен для преобразования отверстий, пробитых на перфоленте, в электрические ________ и состоит из контактной колодки  и головки со щетками, между которыми перемещается восьмидорожечная перфолента. </a:t>
            </a:r>
            <a:endParaRPr lang="ru-BY" dirty="0"/>
          </a:p>
        </p:txBody>
      </p:sp>
    </p:spTree>
    <p:extLst>
      <p:ext uri="{BB962C8B-B14F-4D97-AF65-F5344CB8AC3E}">
        <p14:creationId xmlns:p14="http://schemas.microsoft.com/office/powerpoint/2010/main" val="555291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83CDC0-2961-497D-9120-2398FD8B944B}"/>
              </a:ext>
            </a:extLst>
          </p:cNvPr>
          <p:cNvSpPr>
            <a:spLocks noGrp="1"/>
          </p:cNvSpPr>
          <p:nvPr>
            <p:ph type="title"/>
          </p:nvPr>
        </p:nvSpPr>
        <p:spPr>
          <a:xfrm>
            <a:off x="1141413" y="0"/>
            <a:ext cx="9905998" cy="1181686"/>
          </a:xfrm>
        </p:spPr>
        <p:txBody>
          <a:bodyPr/>
          <a:lstStyle/>
          <a:p>
            <a:pPr algn="ctr"/>
            <a:r>
              <a:rPr lang="ru-RU" dirty="0"/>
              <a:t>Фотосчитывающее устройство</a:t>
            </a:r>
            <a:endParaRPr lang="ru-BY" dirty="0"/>
          </a:p>
        </p:txBody>
      </p:sp>
      <p:sp>
        <p:nvSpPr>
          <p:cNvPr id="3" name="Объект 2">
            <a:extLst>
              <a:ext uri="{FF2B5EF4-FFF2-40B4-BE49-F238E27FC236}">
                <a16:creationId xmlns:a16="http://schemas.microsoft.com/office/drawing/2014/main" id="{9DA3B115-5F4A-4E76-AD5D-02D091707D71}"/>
              </a:ext>
            </a:extLst>
          </p:cNvPr>
          <p:cNvSpPr>
            <a:spLocks noGrp="1"/>
          </p:cNvSpPr>
          <p:nvPr>
            <p:ph sz="half" idx="1"/>
          </p:nvPr>
        </p:nvSpPr>
        <p:spPr>
          <a:xfrm>
            <a:off x="689317" y="1081868"/>
            <a:ext cx="5405095" cy="5600286"/>
          </a:xfrm>
        </p:spPr>
        <p:txBody>
          <a:bodyPr>
            <a:noAutofit/>
          </a:bodyPr>
          <a:lstStyle/>
          <a:p>
            <a:pPr marL="0" indent="0" algn="just">
              <a:buNone/>
            </a:pPr>
            <a:r>
              <a:rPr lang="ru-RU" sz="1550" dirty="0"/>
              <a:t>Фотосчитывающее устройство предназначено для преобразования отверстий, пробитых в перфоленте, в электрические сигналы. Оно состоит из фотосчитывателя и лентопротяжного механизма. Фотосчитыватель имеет осветительную лампу 1, фокусирующую линзу 2 и фотоэлектрические преобразователи 9. Перфолента 3 расположена на столе, в котором имеются сквозные отверстия. Под каждым отверстием стола размещены фотоэлектрические преобразователи. Световой поток от лампы фокусируется линзой в узкую полоску, направленную на строку перфоленты. При наличии отверстия на одной или нескольких дорожках освещенной строки перфоленты световой поток, пройдя через них, осветит соответствующие преобразователи, на выходе которых появятся электрические сигналы, что будет соответствовать наличию «1». При отсутствии отверстий преобразователи не будут освещены и, следовательно, электрических сигналов не будет, что соответствует наличию «О». Скорость считывания с помощью фотосчитывающих устройств составляет 300 - 1500 строк/с.</a:t>
            </a:r>
            <a:endParaRPr lang="ru-BY" sz="1550" dirty="0"/>
          </a:p>
        </p:txBody>
      </p:sp>
      <p:sp>
        <p:nvSpPr>
          <p:cNvPr id="4" name="Объект 3">
            <a:extLst>
              <a:ext uri="{FF2B5EF4-FFF2-40B4-BE49-F238E27FC236}">
                <a16:creationId xmlns:a16="http://schemas.microsoft.com/office/drawing/2014/main" id="{46EC969B-3BEA-4A00-B7EB-8500B27701D8}"/>
              </a:ext>
            </a:extLst>
          </p:cNvPr>
          <p:cNvSpPr>
            <a:spLocks noGrp="1"/>
          </p:cNvSpPr>
          <p:nvPr>
            <p:ph sz="half" idx="2"/>
          </p:nvPr>
        </p:nvSpPr>
        <p:spPr>
          <a:xfrm>
            <a:off x="6172200" y="4670472"/>
            <a:ext cx="5330483" cy="1631853"/>
          </a:xfrm>
        </p:spPr>
        <p:txBody>
          <a:bodyPr>
            <a:normAutofit fontScale="70000" lnSpcReduction="20000"/>
          </a:bodyPr>
          <a:lstStyle/>
          <a:p>
            <a:pPr marL="0" indent="0">
              <a:buNone/>
            </a:pPr>
            <a:r>
              <a:rPr lang="ru-RU" dirty="0"/>
              <a:t>1 - осветительная лампа, 2 - фокусирующая линза, 3 - перфолента, 4 - ведущий вал, 5 - прижимный вал,6 - рычаг, 7 - электромагнит протяжки, 8 - диафрагма столика, 9 - фотоэлектрические преобразователи, 10 - электромагнит столика</a:t>
            </a:r>
            <a:endParaRPr lang="ru-BY" dirty="0"/>
          </a:p>
        </p:txBody>
      </p:sp>
      <p:pic>
        <p:nvPicPr>
          <p:cNvPr id="2050" name="Picture 2" descr="Фотосчитывающсс устройство">
            <a:extLst>
              <a:ext uri="{FF2B5EF4-FFF2-40B4-BE49-F238E27FC236}">
                <a16:creationId xmlns:a16="http://schemas.microsoft.com/office/drawing/2014/main" id="{5C0E298A-D3E7-4CCA-84F0-CFC520600D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181685"/>
            <a:ext cx="5661273" cy="326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4317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8904F4-7A00-49F8-8A23-491509F06A9E}"/>
              </a:ext>
            </a:extLst>
          </p:cNvPr>
          <p:cNvSpPr>
            <a:spLocks noGrp="1"/>
          </p:cNvSpPr>
          <p:nvPr>
            <p:ph type="title"/>
          </p:nvPr>
        </p:nvSpPr>
        <p:spPr/>
        <p:txBody>
          <a:bodyPr/>
          <a:lstStyle/>
          <a:p>
            <a:pPr algn="ctr"/>
            <a:r>
              <a:rPr lang="ru-RU" dirty="0"/>
              <a:t>Использование фотосчитывающих устройств</a:t>
            </a:r>
            <a:endParaRPr lang="ru-BY" dirty="0"/>
          </a:p>
        </p:txBody>
      </p:sp>
      <p:pic>
        <p:nvPicPr>
          <p:cNvPr id="4" name="Объект 3">
            <a:extLst>
              <a:ext uri="{FF2B5EF4-FFF2-40B4-BE49-F238E27FC236}">
                <a16:creationId xmlns:a16="http://schemas.microsoft.com/office/drawing/2014/main" id="{46FC0FCA-03E9-4051-94B5-FA5D73AFC1F8}"/>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291069" y="2097088"/>
            <a:ext cx="7078014" cy="4570998"/>
          </a:xfrm>
          <a:prstGeom prst="rect">
            <a:avLst/>
          </a:prstGeom>
        </p:spPr>
      </p:pic>
    </p:spTree>
    <p:extLst>
      <p:ext uri="{BB962C8B-B14F-4D97-AF65-F5344CB8AC3E}">
        <p14:creationId xmlns:p14="http://schemas.microsoft.com/office/powerpoint/2010/main" val="3825324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B2ED47-05EC-483A-A46E-382D86E53CA4}"/>
              </a:ext>
            </a:extLst>
          </p:cNvPr>
          <p:cNvSpPr>
            <a:spLocks noGrp="1"/>
          </p:cNvSpPr>
          <p:nvPr>
            <p:ph type="title"/>
          </p:nvPr>
        </p:nvSpPr>
        <p:spPr/>
        <p:txBody>
          <a:bodyPr/>
          <a:lstStyle/>
          <a:p>
            <a:pPr algn="ctr"/>
            <a:r>
              <a:rPr lang="ru-RU" dirty="0"/>
              <a:t>Дополните предложение недостающими словами</a:t>
            </a:r>
            <a:endParaRPr lang="ru-BY" dirty="0"/>
          </a:p>
        </p:txBody>
      </p:sp>
      <p:sp>
        <p:nvSpPr>
          <p:cNvPr id="3" name="Объект 2">
            <a:extLst>
              <a:ext uri="{FF2B5EF4-FFF2-40B4-BE49-F238E27FC236}">
                <a16:creationId xmlns:a16="http://schemas.microsoft.com/office/drawing/2014/main" id="{A3B68F54-DBC4-4FEE-ADBF-B2B0AF213305}"/>
              </a:ext>
            </a:extLst>
          </p:cNvPr>
          <p:cNvSpPr>
            <a:spLocks noGrp="1"/>
          </p:cNvSpPr>
          <p:nvPr>
            <p:ph idx="1"/>
          </p:nvPr>
        </p:nvSpPr>
        <p:spPr/>
        <p:txBody>
          <a:bodyPr>
            <a:normAutofit/>
          </a:bodyPr>
          <a:lstStyle/>
          <a:p>
            <a:pPr marL="0" indent="0">
              <a:buNone/>
            </a:pPr>
            <a:r>
              <a:rPr lang="ru-RU" dirty="0"/>
              <a:t>Фотосчитывающее устройство предназначено для преобразования __________, пробитых в перфоленте, в электрические _____________. Оно состоит из _______________ и лентопротяжного механизма. </a:t>
            </a:r>
            <a:endParaRPr lang="ru-BY" dirty="0"/>
          </a:p>
        </p:txBody>
      </p:sp>
    </p:spTree>
    <p:extLst>
      <p:ext uri="{BB962C8B-B14F-4D97-AF65-F5344CB8AC3E}">
        <p14:creationId xmlns:p14="http://schemas.microsoft.com/office/powerpoint/2010/main" val="3704298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9F8D47-E949-463D-B9D2-D5016D783AC9}"/>
              </a:ext>
            </a:extLst>
          </p:cNvPr>
          <p:cNvSpPr>
            <a:spLocks noGrp="1"/>
          </p:cNvSpPr>
          <p:nvPr>
            <p:ph type="title"/>
          </p:nvPr>
        </p:nvSpPr>
        <p:spPr>
          <a:xfrm>
            <a:off x="1141413" y="0"/>
            <a:ext cx="9905998" cy="1266092"/>
          </a:xfrm>
        </p:spPr>
        <p:txBody>
          <a:bodyPr/>
          <a:lstStyle/>
          <a:p>
            <a:pPr algn="ctr"/>
            <a:r>
              <a:rPr lang="ru-RU" dirty="0"/>
              <a:t>Устройства отображение информации</a:t>
            </a:r>
            <a:endParaRPr lang="ru-BY" dirty="0"/>
          </a:p>
        </p:txBody>
      </p:sp>
      <p:sp>
        <p:nvSpPr>
          <p:cNvPr id="3" name="Объект 2">
            <a:extLst>
              <a:ext uri="{FF2B5EF4-FFF2-40B4-BE49-F238E27FC236}">
                <a16:creationId xmlns:a16="http://schemas.microsoft.com/office/drawing/2014/main" id="{88C25C4F-7ED2-4261-AD59-6D73F7C627F8}"/>
              </a:ext>
            </a:extLst>
          </p:cNvPr>
          <p:cNvSpPr>
            <a:spLocks noGrp="1"/>
          </p:cNvSpPr>
          <p:nvPr>
            <p:ph idx="1"/>
          </p:nvPr>
        </p:nvSpPr>
        <p:spPr>
          <a:xfrm>
            <a:off x="1141412" y="928468"/>
            <a:ext cx="9905999" cy="5655212"/>
          </a:xfrm>
        </p:spPr>
        <p:txBody>
          <a:bodyPr>
            <a:normAutofit fontScale="92500" lnSpcReduction="20000"/>
          </a:bodyPr>
          <a:lstStyle/>
          <a:p>
            <a:r>
              <a:rPr lang="ru-RU" dirty="0"/>
              <a:t>Благодаря развитию электроники существенно возросли возможности средств отображения информации. Устройства отображения информации являются сложными системами, включающими элементы индикации (ЭИ) со средствами управления для ввода, хранения и преобразования информации. Разработаны методы организации информационных полей, созданы технология, способы и аппаратные средства построения плоских экранов, обладающих хорошими эксплуатационными свойствами и высокой надежностью.</a:t>
            </a:r>
          </a:p>
          <a:p>
            <a:r>
              <a:rPr lang="ru-RU" dirty="0"/>
              <a:t>Элемент индикации — это конструктивно завершенный преобразователь информационного электрического сигнала в пространственное распределение параметров излучения. По принципу светоотдачи ЭИ делятся на активные, излучающие фотоны света, и пассивные, управляющие внешним световым излучением с использованием свойств вещества. Элемент индикации определяет основные показатели качества устройств отображения: размер, разрешающую способность, яркость, контрастность, цвет.</a:t>
            </a:r>
          </a:p>
          <a:p>
            <a:endParaRPr lang="ru-BY" dirty="0"/>
          </a:p>
        </p:txBody>
      </p:sp>
    </p:spTree>
    <p:extLst>
      <p:ext uri="{BB962C8B-B14F-4D97-AF65-F5344CB8AC3E}">
        <p14:creationId xmlns:p14="http://schemas.microsoft.com/office/powerpoint/2010/main" val="4000245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4AA1ED-3BA0-4B24-8647-3B6D46614F7D}"/>
              </a:ext>
            </a:extLst>
          </p:cNvPr>
          <p:cNvSpPr>
            <a:spLocks noGrp="1"/>
          </p:cNvSpPr>
          <p:nvPr>
            <p:ph type="title"/>
          </p:nvPr>
        </p:nvSpPr>
        <p:spPr>
          <a:xfrm>
            <a:off x="1141413" y="133643"/>
            <a:ext cx="9905998" cy="1343465"/>
          </a:xfrm>
        </p:spPr>
        <p:txBody>
          <a:bodyPr/>
          <a:lstStyle/>
          <a:p>
            <a:pPr algn="ctr"/>
            <a:r>
              <a:rPr lang="ru-RU" dirty="0"/>
              <a:t>Классификация</a:t>
            </a:r>
            <a:endParaRPr lang="ru-BY" dirty="0"/>
          </a:p>
        </p:txBody>
      </p:sp>
      <p:sp>
        <p:nvSpPr>
          <p:cNvPr id="3" name="Объект 2">
            <a:extLst>
              <a:ext uri="{FF2B5EF4-FFF2-40B4-BE49-F238E27FC236}">
                <a16:creationId xmlns:a16="http://schemas.microsoft.com/office/drawing/2014/main" id="{390D166C-A169-42F8-8CE2-1099E54B2DB0}"/>
              </a:ext>
            </a:extLst>
          </p:cNvPr>
          <p:cNvSpPr>
            <a:spLocks noGrp="1"/>
          </p:cNvSpPr>
          <p:nvPr>
            <p:ph idx="1"/>
          </p:nvPr>
        </p:nvSpPr>
        <p:spPr>
          <a:xfrm>
            <a:off x="1141412" y="1631852"/>
            <a:ext cx="9905999" cy="5092505"/>
          </a:xfrm>
        </p:spPr>
        <p:txBody>
          <a:bodyPr>
            <a:normAutofit lnSpcReduction="10000"/>
          </a:bodyPr>
          <a:lstStyle/>
          <a:p>
            <a:r>
              <a:rPr lang="ru-RU" sz="2600" dirty="0"/>
              <a:t>1. Индикаторы</a:t>
            </a:r>
          </a:p>
          <a:p>
            <a:r>
              <a:rPr lang="ru-RU" sz="2600" dirty="0"/>
              <a:t>2. Светодиодные индикаторы</a:t>
            </a:r>
          </a:p>
          <a:p>
            <a:r>
              <a:rPr lang="ru-RU" sz="2600" dirty="0"/>
              <a:t>3. Жидкокристаллические индикаторы</a:t>
            </a:r>
          </a:p>
          <a:p>
            <a:r>
              <a:rPr lang="ru-RU" sz="2600" dirty="0"/>
              <a:t>4. Жидкокристаллические дисплеи и панели</a:t>
            </a:r>
          </a:p>
          <a:p>
            <a:r>
              <a:rPr lang="ru-RU" sz="2600" dirty="0"/>
              <a:t>5. Плазменные панели</a:t>
            </a:r>
          </a:p>
          <a:p>
            <a:r>
              <a:rPr lang="ru-RU" sz="2600" dirty="0"/>
              <a:t>6. Органические светодиодные дисплеи</a:t>
            </a:r>
          </a:p>
          <a:p>
            <a:r>
              <a:rPr lang="ru-RU" sz="2600" dirty="0"/>
              <a:t>7. Дисплеи на углеродных нанотрубках</a:t>
            </a:r>
          </a:p>
          <a:p>
            <a:r>
              <a:rPr lang="ru-RU" sz="2600" dirty="0"/>
              <a:t>8. Сенсорные экраны</a:t>
            </a:r>
          </a:p>
          <a:p>
            <a:r>
              <a:rPr lang="ru-RU" sz="2600" dirty="0"/>
              <a:t>9. Голографические системы</a:t>
            </a:r>
          </a:p>
          <a:p>
            <a:endParaRPr lang="ru-BY" dirty="0"/>
          </a:p>
        </p:txBody>
      </p:sp>
    </p:spTree>
    <p:extLst>
      <p:ext uri="{BB962C8B-B14F-4D97-AF65-F5344CB8AC3E}">
        <p14:creationId xmlns:p14="http://schemas.microsoft.com/office/powerpoint/2010/main" val="3835757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E5083F-D431-421C-BE1C-D76530B1A195}"/>
              </a:ext>
            </a:extLst>
          </p:cNvPr>
          <p:cNvSpPr>
            <a:spLocks noGrp="1"/>
          </p:cNvSpPr>
          <p:nvPr>
            <p:ph type="title"/>
          </p:nvPr>
        </p:nvSpPr>
        <p:spPr>
          <a:xfrm>
            <a:off x="1141413" y="0"/>
            <a:ext cx="9905998" cy="1350498"/>
          </a:xfrm>
        </p:spPr>
        <p:txBody>
          <a:bodyPr/>
          <a:lstStyle/>
          <a:p>
            <a:pPr algn="ctr"/>
            <a:r>
              <a:rPr lang="ru-RU" dirty="0"/>
              <a:t>Состав средств отображения информации чрезвычайно многообразен </a:t>
            </a:r>
            <a:endParaRPr lang="ru-BY" dirty="0"/>
          </a:p>
        </p:txBody>
      </p:sp>
      <p:sp>
        <p:nvSpPr>
          <p:cNvPr id="3" name="Объект 2">
            <a:extLst>
              <a:ext uri="{FF2B5EF4-FFF2-40B4-BE49-F238E27FC236}">
                <a16:creationId xmlns:a16="http://schemas.microsoft.com/office/drawing/2014/main" id="{CEB4FCAD-C42C-4A48-B62D-199A28968C06}"/>
              </a:ext>
            </a:extLst>
          </p:cNvPr>
          <p:cNvSpPr>
            <a:spLocks noGrp="1"/>
          </p:cNvSpPr>
          <p:nvPr>
            <p:ph sz="half" idx="1"/>
          </p:nvPr>
        </p:nvSpPr>
        <p:spPr>
          <a:xfrm>
            <a:off x="745588" y="1111347"/>
            <a:ext cx="5274211" cy="5528603"/>
          </a:xfrm>
        </p:spPr>
        <p:txBody>
          <a:bodyPr>
            <a:normAutofit fontScale="85000" lnSpcReduction="20000"/>
          </a:bodyPr>
          <a:lstStyle/>
          <a:p>
            <a:pPr marL="0" indent="0" algn="just">
              <a:buNone/>
            </a:pPr>
            <a:r>
              <a:rPr lang="ru-RU" dirty="0"/>
              <a:t>В него включены одиночные элементы индикации, алфавитно-цифровые и графические дисплеи различного назначения, формата и габаритов. В промышленной и бытовой аппаратуре широко используется множество буквенно-цифровых и графических дисплеев — от сверхминиатюрных экранов для часов и телефонных аппаратов до информационных панелей внушительных размеров. Особую группу составляют графические дисплеи ЦВМ, к параметрам которых предъявляют жесткие требования по разрешающей способности, воспроизведению широкой цветовой гаммы, быстроте реакции на изменение картинки, небольшим массогабаритным показателям и потреблению.</a:t>
            </a:r>
            <a:endParaRPr lang="ru-BY" dirty="0"/>
          </a:p>
        </p:txBody>
      </p:sp>
      <p:pic>
        <p:nvPicPr>
          <p:cNvPr id="5" name="Объект 4">
            <a:extLst>
              <a:ext uri="{FF2B5EF4-FFF2-40B4-BE49-F238E27FC236}">
                <a16:creationId xmlns:a16="http://schemas.microsoft.com/office/drawing/2014/main" id="{115C48B5-C2BE-4DEC-82F6-2EABC9A80F76}"/>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4412" y="1192236"/>
            <a:ext cx="5975668" cy="4856872"/>
          </a:xfrm>
          <a:prstGeom prst="rect">
            <a:avLst/>
          </a:prstGeom>
          <a:noFill/>
          <a:ln>
            <a:noFill/>
          </a:ln>
        </p:spPr>
      </p:pic>
    </p:spTree>
    <p:extLst>
      <p:ext uri="{BB962C8B-B14F-4D97-AF65-F5344CB8AC3E}">
        <p14:creationId xmlns:p14="http://schemas.microsoft.com/office/powerpoint/2010/main" val="2202044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2EFB29F-EFD6-46A5-BE46-2BCED60B8DD9}"/>
              </a:ext>
            </a:extLst>
          </p:cNvPr>
          <p:cNvSpPr>
            <a:spLocks noGrp="1"/>
          </p:cNvSpPr>
          <p:nvPr>
            <p:ph idx="1"/>
          </p:nvPr>
        </p:nvSpPr>
        <p:spPr>
          <a:xfrm>
            <a:off x="801858" y="592666"/>
            <a:ext cx="10245551" cy="5198534"/>
          </a:xfrm>
        </p:spPr>
        <p:txBody>
          <a:bodyPr>
            <a:normAutofit fontScale="92500" lnSpcReduction="20000"/>
          </a:bodyPr>
          <a:lstStyle/>
          <a:p>
            <a:pPr marL="0" indent="0" algn="just">
              <a:buNone/>
            </a:pPr>
            <a:r>
              <a:rPr lang="ru-RU" dirty="0"/>
              <a:t>Характеристики устройств отображения должны удовлетворять требованиям большого объема выводимой информации; универсальности формы отображаемой информации (текста, графиков, мнемосхем, мультимедиа); высокого быстродействия по каналам отображения, поиска и вывода информации; высокой надежности при большом сроке службы; наличия набора эргономических и экологических параметров (размера экрана, светотехнических характеристик, уровня излучений) с учетом психофизиологических свойств зрения человека — оператора, который по представленной на экране информации должен выделить объект и сформировать его модель. Для этого вызванные зрительные ощущения должны превысить некоторые пороговые уровни, зависящие от цветовых свойств объекта, контраста между его изображением и фоном, времени наблюдения и других причин. Количество факторов, определяющих зрительное восприятие, достаточно велико, что обусловило большую номенклатуру выпускаемых приборов, позволяющих получить близкий к оптимальному результат.</a:t>
            </a:r>
            <a:endParaRPr lang="ru-BY" dirty="0"/>
          </a:p>
        </p:txBody>
      </p:sp>
    </p:spTree>
    <p:extLst>
      <p:ext uri="{BB962C8B-B14F-4D97-AF65-F5344CB8AC3E}">
        <p14:creationId xmlns:p14="http://schemas.microsoft.com/office/powerpoint/2010/main" val="3780028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E7F54E-C8A9-4230-97F8-7CF26037EE1D}"/>
              </a:ext>
            </a:extLst>
          </p:cNvPr>
          <p:cNvSpPr>
            <a:spLocks noGrp="1"/>
          </p:cNvSpPr>
          <p:nvPr>
            <p:ph type="title"/>
          </p:nvPr>
        </p:nvSpPr>
        <p:spPr/>
        <p:txBody>
          <a:bodyPr>
            <a:noAutofit/>
          </a:bodyPr>
          <a:lstStyle/>
          <a:p>
            <a:r>
              <a:rPr lang="ru-RU" sz="2400" dirty="0"/>
              <a:t>Рассмотрим более подробно некоторые из устройств отображения информации</a:t>
            </a:r>
            <a:endParaRPr lang="ru-BY" sz="2400" dirty="0"/>
          </a:p>
        </p:txBody>
      </p:sp>
      <p:sp>
        <p:nvSpPr>
          <p:cNvPr id="3" name="Объект 2">
            <a:extLst>
              <a:ext uri="{FF2B5EF4-FFF2-40B4-BE49-F238E27FC236}">
                <a16:creationId xmlns:a16="http://schemas.microsoft.com/office/drawing/2014/main" id="{329831E7-852F-4509-AC49-D6EFF2C6490C}"/>
              </a:ext>
            </a:extLst>
          </p:cNvPr>
          <p:cNvSpPr>
            <a:spLocks noGrp="1"/>
          </p:cNvSpPr>
          <p:nvPr>
            <p:ph idx="1"/>
          </p:nvPr>
        </p:nvSpPr>
        <p:spPr>
          <a:xfrm>
            <a:off x="5156200" y="592665"/>
            <a:ext cx="6041683" cy="6117623"/>
          </a:xfrm>
        </p:spPr>
        <p:txBody>
          <a:bodyPr>
            <a:normAutofit fontScale="77500" lnSpcReduction="20000"/>
          </a:bodyPr>
          <a:lstStyle/>
          <a:p>
            <a:pPr marL="0" indent="0" algn="just">
              <a:buNone/>
            </a:pPr>
            <a:r>
              <a:rPr lang="ru-RU" dirty="0"/>
              <a:t>Для воспроизведения мнемонических символов, букв и цифр используют буквенно-цифровые индикаторы. </a:t>
            </a:r>
            <a:r>
              <a:rPr lang="ru-RU" sz="2600" dirty="0"/>
              <a:t>Единичным</a:t>
            </a:r>
            <a:r>
              <a:rPr lang="ru-RU" dirty="0"/>
              <a:t> называют индикатор, который отражает один символ или одну цифру. </a:t>
            </a:r>
            <a:r>
              <a:rPr lang="ru-RU" sz="2600" dirty="0"/>
              <a:t>Одноразрядным</a:t>
            </a:r>
            <a:r>
              <a:rPr lang="ru-RU" dirty="0"/>
              <a:t> называют индикатор, у которого выводы всех излучателей света не соединены друг с другом и выведены из корпуса для подключения к устройству управления. </a:t>
            </a:r>
            <a:r>
              <a:rPr lang="ru-RU" sz="2600" dirty="0"/>
              <a:t>Сегментным</a:t>
            </a:r>
            <a:r>
              <a:rPr lang="ru-RU" dirty="0"/>
              <a:t> называют индикатор, состоящий из нескольких излучателей, в котором отображение одного знака или символа обеспечивает один источник света. </a:t>
            </a:r>
            <a:r>
              <a:rPr lang="ru-RU" sz="2600" dirty="0"/>
              <a:t>Матричным</a:t>
            </a:r>
            <a:r>
              <a:rPr lang="ru-RU" dirty="0"/>
              <a:t> называют индикатор, внутри которого выводы излучателей света объединены определённым образом в матрицу, а подавая питание на определённую строку и столбец, инициируют свечение заданной ячейки. К важнейшим параметрам индикаторов относят угол обзора, число цветов, яркость, разрешение по горизонтали и вертикали, контрастность, потребляемую мощность, время отклика и прочее.</a:t>
            </a:r>
            <a:endParaRPr lang="ru-BY" dirty="0"/>
          </a:p>
        </p:txBody>
      </p:sp>
      <p:sp>
        <p:nvSpPr>
          <p:cNvPr id="4" name="Текст 3">
            <a:extLst>
              <a:ext uri="{FF2B5EF4-FFF2-40B4-BE49-F238E27FC236}">
                <a16:creationId xmlns:a16="http://schemas.microsoft.com/office/drawing/2014/main" id="{A51C7549-BDDA-46A8-B74D-885CF1B72183}"/>
              </a:ext>
            </a:extLst>
          </p:cNvPr>
          <p:cNvSpPr>
            <a:spLocks noGrp="1"/>
          </p:cNvSpPr>
          <p:nvPr>
            <p:ph type="body" sz="half" idx="2"/>
          </p:nvPr>
        </p:nvSpPr>
        <p:spPr>
          <a:xfrm>
            <a:off x="994117" y="3023210"/>
            <a:ext cx="3856037" cy="3541714"/>
          </a:xfrm>
        </p:spPr>
        <p:txBody>
          <a:bodyPr>
            <a:normAutofit/>
          </a:bodyPr>
          <a:lstStyle/>
          <a:p>
            <a:pPr algn="ctr"/>
            <a:r>
              <a:rPr lang="ru-RU" sz="3600" dirty="0"/>
              <a:t>Индикаторы</a:t>
            </a:r>
            <a:endParaRPr lang="ru-BY" sz="3600" dirty="0"/>
          </a:p>
        </p:txBody>
      </p:sp>
    </p:spTree>
    <p:extLst>
      <p:ext uri="{BB962C8B-B14F-4D97-AF65-F5344CB8AC3E}">
        <p14:creationId xmlns:p14="http://schemas.microsoft.com/office/powerpoint/2010/main" val="3006178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AA034F-ED3B-4F74-892E-68F4767DAC75}"/>
              </a:ext>
            </a:extLst>
          </p:cNvPr>
          <p:cNvSpPr>
            <a:spLocks noGrp="1"/>
          </p:cNvSpPr>
          <p:nvPr>
            <p:ph type="title"/>
          </p:nvPr>
        </p:nvSpPr>
        <p:spPr>
          <a:xfrm>
            <a:off x="1141412" y="112081"/>
            <a:ext cx="9905998" cy="1478570"/>
          </a:xfrm>
        </p:spPr>
        <p:txBody>
          <a:bodyPr/>
          <a:lstStyle/>
          <a:p>
            <a:pPr algn="ctr"/>
            <a:r>
              <a:rPr lang="ru-RU" dirty="0"/>
              <a:t>Соотнесите названия индикаторов и определения</a:t>
            </a:r>
            <a:endParaRPr lang="ru-BY" dirty="0"/>
          </a:p>
        </p:txBody>
      </p:sp>
      <p:sp>
        <p:nvSpPr>
          <p:cNvPr id="3" name="Объект 2">
            <a:extLst>
              <a:ext uri="{FF2B5EF4-FFF2-40B4-BE49-F238E27FC236}">
                <a16:creationId xmlns:a16="http://schemas.microsoft.com/office/drawing/2014/main" id="{3CC39163-422E-43DD-8465-CAA8380F9CDF}"/>
              </a:ext>
            </a:extLst>
          </p:cNvPr>
          <p:cNvSpPr>
            <a:spLocks noGrp="1"/>
          </p:cNvSpPr>
          <p:nvPr>
            <p:ph idx="1"/>
          </p:nvPr>
        </p:nvSpPr>
        <p:spPr>
          <a:xfrm>
            <a:off x="1141412" y="1406770"/>
            <a:ext cx="9905999" cy="5451230"/>
          </a:xfrm>
        </p:spPr>
        <p:txBody>
          <a:bodyPr>
            <a:normAutofit fontScale="92500"/>
          </a:bodyPr>
          <a:lstStyle/>
          <a:p>
            <a:r>
              <a:rPr lang="ru-RU" dirty="0"/>
              <a:t>Сегментным называют…</a:t>
            </a:r>
          </a:p>
          <a:p>
            <a:r>
              <a:rPr lang="ru-RU" dirty="0"/>
              <a:t>Матричным называют…</a:t>
            </a:r>
          </a:p>
          <a:p>
            <a:r>
              <a:rPr lang="ru-RU" dirty="0"/>
              <a:t>Одноразрядным называют…</a:t>
            </a:r>
          </a:p>
          <a:p>
            <a:pPr marL="0" indent="0">
              <a:buNone/>
            </a:pPr>
            <a:r>
              <a:rPr lang="ru-RU" dirty="0"/>
              <a:t>…индикатор, внутри которого выводы излучателей света объединены определённым образом в матрицу, а подавая питание на определённую строку и столбец, инициируют свечение заданной ячейки.</a:t>
            </a:r>
          </a:p>
          <a:p>
            <a:pPr marL="0" indent="0">
              <a:buNone/>
            </a:pPr>
            <a:r>
              <a:rPr lang="ru-RU" dirty="0"/>
              <a:t>…индикатор, состоящий из нескольких излучателей, в котором отображение одного знака или символа обеспечивает один источник света.</a:t>
            </a:r>
          </a:p>
          <a:p>
            <a:pPr marL="0" indent="0">
              <a:buNone/>
            </a:pPr>
            <a:r>
              <a:rPr lang="ru-RU" dirty="0"/>
              <a:t>…индикатор, у которого выводы всех излучателей света не соединены друг с другом и выведены из корпуса для подключения к устройству управления.</a:t>
            </a:r>
          </a:p>
          <a:p>
            <a:endParaRPr lang="ru-BY" dirty="0"/>
          </a:p>
        </p:txBody>
      </p:sp>
    </p:spTree>
    <p:extLst>
      <p:ext uri="{BB962C8B-B14F-4D97-AF65-F5344CB8AC3E}">
        <p14:creationId xmlns:p14="http://schemas.microsoft.com/office/powerpoint/2010/main" val="1714336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2C8E1B-A29A-4228-A7B0-A641BA68D03B}"/>
              </a:ext>
            </a:extLst>
          </p:cNvPr>
          <p:cNvSpPr>
            <a:spLocks noGrp="1"/>
          </p:cNvSpPr>
          <p:nvPr>
            <p:ph type="title"/>
          </p:nvPr>
        </p:nvSpPr>
        <p:spPr>
          <a:xfrm>
            <a:off x="1329585" y="80171"/>
            <a:ext cx="9601012" cy="819942"/>
          </a:xfrm>
        </p:spPr>
        <p:txBody>
          <a:bodyPr/>
          <a:lstStyle/>
          <a:p>
            <a:pPr algn="ctr"/>
            <a:r>
              <a:rPr lang="ru-RU" dirty="0"/>
              <a:t>Электронно-лучевая трубка</a:t>
            </a:r>
            <a:endParaRPr lang="ru-BY" dirty="0"/>
          </a:p>
        </p:txBody>
      </p:sp>
      <p:sp>
        <p:nvSpPr>
          <p:cNvPr id="6" name="Объект 5">
            <a:extLst>
              <a:ext uri="{FF2B5EF4-FFF2-40B4-BE49-F238E27FC236}">
                <a16:creationId xmlns:a16="http://schemas.microsoft.com/office/drawing/2014/main" id="{3A9415F8-FD62-4158-8CD3-9E941B59C300}"/>
              </a:ext>
            </a:extLst>
          </p:cNvPr>
          <p:cNvSpPr>
            <a:spLocks noGrp="1"/>
          </p:cNvSpPr>
          <p:nvPr>
            <p:ph idx="1"/>
          </p:nvPr>
        </p:nvSpPr>
        <p:spPr>
          <a:xfrm>
            <a:off x="735807" y="1033975"/>
            <a:ext cx="5891209" cy="5198534"/>
          </a:xfrm>
        </p:spPr>
        <p:txBody>
          <a:bodyPr>
            <a:normAutofit fontScale="92500" lnSpcReduction="20000"/>
          </a:bodyPr>
          <a:lstStyle/>
          <a:p>
            <a:pPr marL="0" indent="0" algn="just">
              <a:buNone/>
            </a:pPr>
            <a:r>
              <a:rPr lang="ru-RU" dirty="0"/>
              <a:t>Электронно-лучевой трубкой (ЭЛТ) называют вакуумную электронную лампу, в которой поток электронов концентрируют в луч, направленный в сторону экрана. Обычно концентрацию (фокусировку) электронов в луч осуществляют либо воздействием электрического поля, либо магнитного поля. К разновидностям ЭЛТ относят: электромагнитные, электростатические, запоминающие, индикаторные трубки, кинескопы и прочие. ЭЛТ с электростатической фокусировкой используют в осциллографах в качестве устройства отображения осциллограмм.</a:t>
            </a:r>
            <a:endParaRPr lang="ru-BY" dirty="0"/>
          </a:p>
        </p:txBody>
      </p:sp>
      <p:sp>
        <p:nvSpPr>
          <p:cNvPr id="9" name="Текст 8">
            <a:extLst>
              <a:ext uri="{FF2B5EF4-FFF2-40B4-BE49-F238E27FC236}">
                <a16:creationId xmlns:a16="http://schemas.microsoft.com/office/drawing/2014/main" id="{D24A82A4-51B6-4206-B505-4001601E58FD}"/>
              </a:ext>
            </a:extLst>
          </p:cNvPr>
          <p:cNvSpPr>
            <a:spLocks noGrp="1"/>
          </p:cNvSpPr>
          <p:nvPr>
            <p:ph type="body" sz="half" idx="2"/>
          </p:nvPr>
        </p:nvSpPr>
        <p:spPr>
          <a:xfrm>
            <a:off x="6437629" y="5603131"/>
            <a:ext cx="5018564" cy="1174698"/>
          </a:xfrm>
        </p:spPr>
        <p:txBody>
          <a:bodyPr>
            <a:normAutofit lnSpcReduction="10000"/>
          </a:bodyPr>
          <a:lstStyle/>
          <a:p>
            <a:r>
              <a:rPr lang="ru-RU" dirty="0"/>
              <a:t>На рисунке цифрами отмечено: 1 – нить накала; 2 – катод; 3 – модулятор; 4 и 5 – первый и второй аноды; 6 и 7 – пластины отклонения луча вдоль осей Y и X; 8 – аквадаг; 9 – экран трубки. </a:t>
            </a:r>
            <a:endParaRPr lang="ru-BY" dirty="0"/>
          </a:p>
        </p:txBody>
      </p:sp>
      <p:pic>
        <p:nvPicPr>
          <p:cNvPr id="8" name="Объект 7" descr="Рис. 10.2. Электронно-лучевая трубка">
            <a:extLst>
              <a:ext uri="{FF2B5EF4-FFF2-40B4-BE49-F238E27FC236}">
                <a16:creationId xmlns:a16="http://schemas.microsoft.com/office/drawing/2014/main" id="{82E4B9D0-0D3E-47AA-9336-1AFCB758DC63}"/>
              </a:ext>
            </a:extLst>
          </p:cNvPr>
          <p:cNvPicPr>
            <a:picLocks noGr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6627016" y="1374775"/>
            <a:ext cx="5327650" cy="4108450"/>
          </a:xfrm>
          <a:prstGeom prst="rect">
            <a:avLst/>
          </a:prstGeom>
          <a:noFill/>
          <a:ln>
            <a:noFill/>
          </a:ln>
        </p:spPr>
      </p:pic>
    </p:spTree>
    <p:extLst>
      <p:ext uri="{BB962C8B-B14F-4D97-AF65-F5344CB8AC3E}">
        <p14:creationId xmlns:p14="http://schemas.microsoft.com/office/powerpoint/2010/main" val="1962550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D954511-4400-430A-9357-778136A989E8}"/>
              </a:ext>
            </a:extLst>
          </p:cNvPr>
          <p:cNvSpPr>
            <a:spLocks noGrp="1"/>
          </p:cNvSpPr>
          <p:nvPr>
            <p:ph idx="1"/>
          </p:nvPr>
        </p:nvSpPr>
        <p:spPr>
          <a:xfrm>
            <a:off x="1141412" y="211014"/>
            <a:ext cx="9905999" cy="6288259"/>
          </a:xfrm>
        </p:spPr>
        <p:txBody>
          <a:bodyPr>
            <a:normAutofit fontScale="70000" lnSpcReduction="20000"/>
          </a:bodyPr>
          <a:lstStyle/>
          <a:p>
            <a:pPr algn="just"/>
            <a:r>
              <a:rPr lang="ru-RU" dirty="0"/>
              <a:t>Электронно-лучевая трубка состоит из трёх важнейших частей – электронной пушки, системы отклонения луча и экрана.</a:t>
            </a:r>
          </a:p>
          <a:p>
            <a:pPr algn="just"/>
            <a:r>
              <a:rPr lang="ru-RU" dirty="0"/>
              <a:t>Электронная пушка включает нить накала, разогревающую никелевый катод, испускающий в результате эмиссии электроны, которые собирает в луч модулятор, состоящий из металлического цилиндра с маленьким отверстием в центре одного из торцов.</a:t>
            </a:r>
          </a:p>
          <a:p>
            <a:pPr algn="just"/>
            <a:r>
              <a:rPr lang="ru-RU" dirty="0"/>
              <a:t>Чтобы разогнать электроны до необходимой скорости, используют систему из двух анодов. На второй анод подают много большее напряжение (от единиц до десятков киловольт), чем на первый анод (сотни вольт). Кроме увеличения скорости потока электронов, аноды осуществляют некоторую его фокусировку, действуя как электростатическая линза. Затем электронный луч проходит между пластинами вертикального и горизонтального отклонения луча. Если приложить постоянное напряжение к одной из систем платин, то поток электронов будет смещён в сторону той пластины, к которой был подсоединён положительный полюс питания.</a:t>
            </a:r>
          </a:p>
          <a:p>
            <a:pPr algn="just"/>
            <a:r>
              <a:rPr lang="ru-RU" dirty="0"/>
              <a:t>Внутреннюю поверхность экрана, выполненного из стекла, покрывают люминофором, т.е. веществом, попадая в которое электроны выбивают кванты света. Аквадагом именуют электропроводящее покрытие графитом поверхности колбы ЭЛТ, которое электрически подсоединяют ко второму аноду с целью поглощения вторичных электронов, которые возникают при достижении электронным лучом люминофора.</a:t>
            </a:r>
          </a:p>
          <a:p>
            <a:pPr algn="just"/>
            <a:r>
              <a:rPr lang="ru-RU" dirty="0"/>
              <a:t>В ЭЛТ с электромагнитным управлением электронный поток фокусируют не пластины горизонтального и вертикального отклонения луча, а фокусирующая и отклоняющая катушки, которые надевают на колбу трубки, порождающие взаимно перпендикулярные магнитные потоки. Аноды при электромагнитном управлении лучом служат исключительно для его ускорения.</a:t>
            </a:r>
          </a:p>
          <a:p>
            <a:endParaRPr lang="ru-BY" dirty="0"/>
          </a:p>
        </p:txBody>
      </p:sp>
    </p:spTree>
    <p:extLst>
      <p:ext uri="{BB962C8B-B14F-4D97-AF65-F5344CB8AC3E}">
        <p14:creationId xmlns:p14="http://schemas.microsoft.com/office/powerpoint/2010/main" val="1311828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6DB835-A602-4AE6-90A3-47247A70863B}"/>
              </a:ext>
            </a:extLst>
          </p:cNvPr>
          <p:cNvSpPr>
            <a:spLocks noGrp="1"/>
          </p:cNvSpPr>
          <p:nvPr>
            <p:ph type="title"/>
          </p:nvPr>
        </p:nvSpPr>
        <p:spPr>
          <a:xfrm>
            <a:off x="1141413" y="0"/>
            <a:ext cx="9905998" cy="1066800"/>
          </a:xfrm>
        </p:spPr>
        <p:txBody>
          <a:bodyPr/>
          <a:lstStyle/>
          <a:p>
            <a:pPr algn="ctr"/>
            <a:r>
              <a:rPr lang="ru-RU" dirty="0"/>
              <a:t>Светодиодные индикаторы</a:t>
            </a:r>
            <a:endParaRPr lang="ru-BY" dirty="0"/>
          </a:p>
        </p:txBody>
      </p:sp>
      <p:sp>
        <p:nvSpPr>
          <p:cNvPr id="4" name="Объект 3">
            <a:extLst>
              <a:ext uri="{FF2B5EF4-FFF2-40B4-BE49-F238E27FC236}">
                <a16:creationId xmlns:a16="http://schemas.microsoft.com/office/drawing/2014/main" id="{6331C73C-A871-464A-A41B-10769525B1E4}"/>
              </a:ext>
            </a:extLst>
          </p:cNvPr>
          <p:cNvSpPr>
            <a:spLocks noGrp="1"/>
          </p:cNvSpPr>
          <p:nvPr>
            <p:ph sz="half" idx="1"/>
          </p:nvPr>
        </p:nvSpPr>
        <p:spPr>
          <a:xfrm>
            <a:off x="970670" y="815926"/>
            <a:ext cx="5739617" cy="5683348"/>
          </a:xfrm>
        </p:spPr>
        <p:txBody>
          <a:bodyPr>
            <a:normAutofit fontScale="70000" lnSpcReduction="20000"/>
          </a:bodyPr>
          <a:lstStyle/>
          <a:p>
            <a:pPr marL="0" indent="0" algn="just">
              <a:buNone/>
            </a:pPr>
            <a:r>
              <a:rPr lang="ru-RU" dirty="0"/>
              <a:t>Светодиодные индикаторы выполняют из ряда размещённых определённым образом отдельных светодиодов. Подавая питание на некоторые полупроводниковые кристаллы светодиодных структур индикатора, получают излучение нужных светодиодов. Оно попадает непосредственно на прозрачный участок корпуса индикатора, или сначала на отражатели, свечение которых имеет вид знака или символа. Для питания светодиодных индикаторов необходимо постоянное напряжение от 1,6 до 3,5 В. Чтобы получить нужный цвет свечения, применяют светодиоды, генерирующие свет с необходимой длиной волны, или, прежде чем выпустить из корпуса излучённый свет, пропускают через светофильтр.</a:t>
            </a:r>
          </a:p>
          <a:p>
            <a:pPr algn="just"/>
            <a:r>
              <a:rPr lang="ru-RU" dirty="0"/>
              <a:t>Достоинства светодиодных индикаторов состоят в чёткой форме символов и знаков, в низком напряжении питания, в небольшой потребляемой мощности.</a:t>
            </a:r>
          </a:p>
          <a:p>
            <a:pPr algn="just"/>
            <a:r>
              <a:rPr lang="ru-RU" dirty="0"/>
              <a:t>Недостаток заключён в малой яркости и довольно большом потребляемом токе.</a:t>
            </a:r>
          </a:p>
          <a:p>
            <a:endParaRPr lang="ru-BY" dirty="0"/>
          </a:p>
        </p:txBody>
      </p:sp>
      <p:pic>
        <p:nvPicPr>
          <p:cNvPr id="6" name="Объект 5">
            <a:extLst>
              <a:ext uri="{FF2B5EF4-FFF2-40B4-BE49-F238E27FC236}">
                <a16:creationId xmlns:a16="http://schemas.microsoft.com/office/drawing/2014/main" id="{3B8E99BF-74A4-4DCB-9B48-2164E06FB3BD}"/>
              </a:ext>
            </a:extLst>
          </p:cNvPr>
          <p:cNvPicPr>
            <a:picLocks noGrp="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881030" y="929916"/>
            <a:ext cx="4635738" cy="4470630"/>
          </a:xfrm>
          <a:prstGeom prst="rect">
            <a:avLst/>
          </a:prstGeom>
        </p:spPr>
      </p:pic>
    </p:spTree>
    <p:extLst>
      <p:ext uri="{BB962C8B-B14F-4D97-AF65-F5344CB8AC3E}">
        <p14:creationId xmlns:p14="http://schemas.microsoft.com/office/powerpoint/2010/main" val="1634912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29FDEC-E86F-415C-B603-A3F9556137FC}"/>
              </a:ext>
            </a:extLst>
          </p:cNvPr>
          <p:cNvSpPr>
            <a:spLocks noGrp="1"/>
          </p:cNvSpPr>
          <p:nvPr>
            <p:ph type="title"/>
          </p:nvPr>
        </p:nvSpPr>
        <p:spPr>
          <a:xfrm>
            <a:off x="1186848" y="143932"/>
            <a:ext cx="10121517" cy="897468"/>
          </a:xfrm>
        </p:spPr>
        <p:txBody>
          <a:bodyPr/>
          <a:lstStyle/>
          <a:p>
            <a:r>
              <a:rPr lang="ru-RU" dirty="0"/>
              <a:t>Жидкокристаллические индикаторы</a:t>
            </a:r>
            <a:endParaRPr lang="ru-BY" dirty="0"/>
          </a:p>
        </p:txBody>
      </p:sp>
      <p:sp>
        <p:nvSpPr>
          <p:cNvPr id="4" name="Объект 3">
            <a:extLst>
              <a:ext uri="{FF2B5EF4-FFF2-40B4-BE49-F238E27FC236}">
                <a16:creationId xmlns:a16="http://schemas.microsoft.com/office/drawing/2014/main" id="{F277DB7B-ABAC-40B9-8625-57CE7EF169F7}"/>
              </a:ext>
            </a:extLst>
          </p:cNvPr>
          <p:cNvSpPr>
            <a:spLocks noGrp="1"/>
          </p:cNvSpPr>
          <p:nvPr>
            <p:ph idx="1"/>
          </p:nvPr>
        </p:nvSpPr>
        <p:spPr>
          <a:xfrm>
            <a:off x="1186848" y="1141306"/>
            <a:ext cx="5891209" cy="5198534"/>
          </a:xfrm>
        </p:spPr>
        <p:txBody>
          <a:bodyPr>
            <a:normAutofit fontScale="92500" lnSpcReduction="10000"/>
          </a:bodyPr>
          <a:lstStyle/>
          <a:p>
            <a:pPr marL="0" indent="0" algn="just">
              <a:buNone/>
            </a:pPr>
            <a:r>
              <a:rPr lang="ru-RU" dirty="0"/>
              <a:t>Жидкие кристаллы – это вещества, молекулы которых обладают высокой подвижностью, и склонны к упорядоченной ориентации в электрическом поле. Удельное сопротивление жидких кристаллов велико и достигает от 106 до 1011 Ом. При комнатной температуре в отсутствие электрического поля ориентация молекул жидких кристаллов хаотична, ввиду чего вещество не прозрачно. При возникновении электрического поля происходит упорядочивание молекул, и в результате вещество становится оптически прозрачно.</a:t>
            </a:r>
          </a:p>
          <a:p>
            <a:endParaRPr lang="ru-BY" dirty="0"/>
          </a:p>
        </p:txBody>
      </p:sp>
      <p:sp>
        <p:nvSpPr>
          <p:cNvPr id="7" name="Текст 6">
            <a:extLst>
              <a:ext uri="{FF2B5EF4-FFF2-40B4-BE49-F238E27FC236}">
                <a16:creationId xmlns:a16="http://schemas.microsoft.com/office/drawing/2014/main" id="{D236D7F8-1805-4363-B51E-5FF824ABFDFF}"/>
              </a:ext>
            </a:extLst>
          </p:cNvPr>
          <p:cNvSpPr>
            <a:spLocks noGrp="1"/>
          </p:cNvSpPr>
          <p:nvPr>
            <p:ph type="body" sz="half" idx="2"/>
          </p:nvPr>
        </p:nvSpPr>
        <p:spPr>
          <a:xfrm>
            <a:off x="7149115" y="4113642"/>
            <a:ext cx="4159250" cy="2611308"/>
          </a:xfrm>
        </p:spPr>
        <p:txBody>
          <a:bodyPr>
            <a:normAutofit fontScale="70000" lnSpcReduction="20000"/>
          </a:bodyPr>
          <a:lstStyle/>
          <a:p>
            <a:r>
              <a:rPr lang="ru-RU" sz="2500" dirty="0"/>
              <a:t>На рисунке цифрами обозначено:</a:t>
            </a:r>
          </a:p>
          <a:p>
            <a:r>
              <a:rPr lang="ru-RU" sz="2500" dirty="0"/>
              <a:t>1 – стекло или подобный прозрачный материал;</a:t>
            </a:r>
          </a:p>
          <a:p>
            <a:r>
              <a:rPr lang="ru-RU" sz="2500" dirty="0"/>
              <a:t>2 – плёнки прозрачных электродов, образующих матрицу;</a:t>
            </a:r>
          </a:p>
          <a:p>
            <a:r>
              <a:rPr lang="ru-RU" sz="2500" dirty="0"/>
              <a:t>3 – жидкие кристаллы;</a:t>
            </a:r>
          </a:p>
          <a:p>
            <a:r>
              <a:rPr lang="ru-RU" sz="2500" dirty="0"/>
              <a:t>4 – металлическая поверхность.</a:t>
            </a:r>
          </a:p>
          <a:p>
            <a:endParaRPr lang="ru-BY" dirty="0"/>
          </a:p>
        </p:txBody>
      </p:sp>
      <p:pic>
        <p:nvPicPr>
          <p:cNvPr id="6" name="Объект 5" descr="Рис. 10.1. Упрощённая конструкция жидкокристаллического индикатора">
            <a:extLst>
              <a:ext uri="{FF2B5EF4-FFF2-40B4-BE49-F238E27FC236}">
                <a16:creationId xmlns:a16="http://schemas.microsoft.com/office/drawing/2014/main" id="{E286E882-FEF5-4C73-B7B8-7F35B4853867}"/>
              </a:ext>
            </a:extLst>
          </p:cNvPr>
          <p:cNvPicPr>
            <a:picLocks noGr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7078057" y="1141306"/>
            <a:ext cx="4852987" cy="2925763"/>
          </a:xfrm>
          <a:prstGeom prst="rect">
            <a:avLst/>
          </a:prstGeom>
          <a:noFill/>
          <a:ln>
            <a:noFill/>
          </a:ln>
        </p:spPr>
      </p:pic>
    </p:spTree>
    <p:extLst>
      <p:ext uri="{BB962C8B-B14F-4D97-AF65-F5344CB8AC3E}">
        <p14:creationId xmlns:p14="http://schemas.microsoft.com/office/powerpoint/2010/main" val="2299683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3703369-8F22-4BF5-AF4F-FBA054B679F0}"/>
              </a:ext>
            </a:extLst>
          </p:cNvPr>
          <p:cNvSpPr>
            <a:spLocks noGrp="1"/>
          </p:cNvSpPr>
          <p:nvPr>
            <p:ph sz="half" idx="1"/>
          </p:nvPr>
        </p:nvSpPr>
        <p:spPr>
          <a:xfrm>
            <a:off x="1141410" y="436097"/>
            <a:ext cx="5030793" cy="6105379"/>
          </a:xfrm>
        </p:spPr>
        <p:txBody>
          <a:bodyPr>
            <a:normAutofit fontScale="85000" lnSpcReduction="10000"/>
          </a:bodyPr>
          <a:lstStyle/>
          <a:p>
            <a:pPr marL="0" indent="0" algn="just">
              <a:buNone/>
            </a:pPr>
            <a:r>
              <a:rPr lang="ru-RU" dirty="0"/>
              <a:t>Прозрачный электрод изготавливают в форме цифр или символов, в соответствии с тем, какое изображение желают получить. Между токопроводящими плёнками нужных в данный момент прозрачных электродов и металлическим основанием подсоединяют генератор, вырабатывающий переменное напряжение амплитудой от 2 до 15 В и частотой от десятков до тысяч герц.</a:t>
            </a:r>
          </a:p>
          <a:p>
            <a:pPr algn="just"/>
            <a:r>
              <a:rPr lang="ru-RU" dirty="0"/>
              <a:t>Достоинства жидкокристаллических индикаторов заключено в чрезвычайно низком энергопотреблении и невысоком питающем напряжении.</a:t>
            </a:r>
          </a:p>
          <a:p>
            <a:pPr algn="just"/>
            <a:r>
              <a:rPr lang="ru-RU" dirty="0"/>
              <a:t>Недостатки состоят в малом времени наработки на отказ, в обязательном наличии источника внешнего освещения.</a:t>
            </a:r>
          </a:p>
          <a:p>
            <a:endParaRPr lang="ru-BY" dirty="0"/>
          </a:p>
        </p:txBody>
      </p:sp>
      <p:pic>
        <p:nvPicPr>
          <p:cNvPr id="5" name="Объект 4">
            <a:extLst>
              <a:ext uri="{FF2B5EF4-FFF2-40B4-BE49-F238E27FC236}">
                <a16:creationId xmlns:a16="http://schemas.microsoft.com/office/drawing/2014/main" id="{5F0164BA-0B42-4F4F-AFF6-8FB28F454EA2}"/>
              </a:ext>
            </a:extLst>
          </p:cNvPr>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6172203" y="1153550"/>
            <a:ext cx="4878387" cy="3446585"/>
          </a:xfrm>
          <a:prstGeom prst="rect">
            <a:avLst/>
          </a:prstGeom>
        </p:spPr>
      </p:pic>
    </p:spTree>
    <p:extLst>
      <p:ext uri="{BB962C8B-B14F-4D97-AF65-F5344CB8AC3E}">
        <p14:creationId xmlns:p14="http://schemas.microsoft.com/office/powerpoint/2010/main" val="55214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698595-B261-4881-B12B-37D8F6B695BE}"/>
              </a:ext>
            </a:extLst>
          </p:cNvPr>
          <p:cNvSpPr>
            <a:spLocks noGrp="1"/>
          </p:cNvSpPr>
          <p:nvPr>
            <p:ph type="title"/>
          </p:nvPr>
        </p:nvSpPr>
        <p:spPr>
          <a:xfrm>
            <a:off x="1141413" y="0"/>
            <a:ext cx="9905998" cy="1561514"/>
          </a:xfrm>
        </p:spPr>
        <p:txBody>
          <a:bodyPr>
            <a:normAutofit fontScale="90000"/>
          </a:bodyPr>
          <a:lstStyle/>
          <a:p>
            <a:pPr algn="ctr"/>
            <a:r>
              <a:rPr lang="ru-RU" dirty="0"/>
              <a:t>Соотнесите достоинства и недостатки светодиодных и жидкокристаллических индикаторов.</a:t>
            </a:r>
            <a:endParaRPr lang="ru-BY" dirty="0"/>
          </a:p>
        </p:txBody>
      </p:sp>
      <p:sp>
        <p:nvSpPr>
          <p:cNvPr id="3" name="Объект 2">
            <a:extLst>
              <a:ext uri="{FF2B5EF4-FFF2-40B4-BE49-F238E27FC236}">
                <a16:creationId xmlns:a16="http://schemas.microsoft.com/office/drawing/2014/main" id="{16464A37-4857-4708-8EFB-385D8C9CC13F}"/>
              </a:ext>
            </a:extLst>
          </p:cNvPr>
          <p:cNvSpPr>
            <a:spLocks noGrp="1"/>
          </p:cNvSpPr>
          <p:nvPr>
            <p:ph idx="1"/>
          </p:nvPr>
        </p:nvSpPr>
        <p:spPr>
          <a:xfrm>
            <a:off x="1141412" y="1463040"/>
            <a:ext cx="9905999" cy="5148775"/>
          </a:xfrm>
        </p:spPr>
        <p:txBody>
          <a:bodyPr>
            <a:normAutofit fontScale="92500" lnSpcReduction="20000"/>
          </a:bodyPr>
          <a:lstStyle/>
          <a:p>
            <a:pPr algn="just"/>
            <a:r>
              <a:rPr lang="ru-RU" dirty="0"/>
              <a:t>Достоинства светодиодных индикаторов…</a:t>
            </a:r>
          </a:p>
          <a:p>
            <a:pPr algn="just"/>
            <a:r>
              <a:rPr lang="ru-RU" dirty="0"/>
              <a:t>Недостатки светодиодных индикаторов…</a:t>
            </a:r>
          </a:p>
          <a:p>
            <a:pPr algn="just"/>
            <a:r>
              <a:rPr lang="ru-RU" dirty="0"/>
              <a:t>Достоинства жидкокристаллических индикаторов…</a:t>
            </a:r>
          </a:p>
          <a:p>
            <a:pPr algn="just"/>
            <a:r>
              <a:rPr lang="ru-RU" dirty="0"/>
              <a:t>Недостатки жидкокристаллических индикаторов…</a:t>
            </a:r>
          </a:p>
          <a:p>
            <a:pPr algn="just"/>
            <a:endParaRPr lang="ru-RU" dirty="0"/>
          </a:p>
          <a:p>
            <a:pPr marL="0" indent="0" algn="just">
              <a:buNone/>
            </a:pPr>
            <a:r>
              <a:rPr lang="ru-RU" dirty="0"/>
              <a:t>…чрезвычайно низкое энергопотребление и невысокое питающее напряжение.</a:t>
            </a:r>
          </a:p>
          <a:p>
            <a:pPr marL="0" indent="0" algn="just">
              <a:buNone/>
            </a:pPr>
            <a:r>
              <a:rPr lang="ru-RU" dirty="0"/>
              <a:t>…малая яркость и довольно большой потребляемый ток.</a:t>
            </a:r>
          </a:p>
          <a:p>
            <a:pPr marL="0" indent="0" algn="just">
              <a:buNone/>
            </a:pPr>
            <a:r>
              <a:rPr lang="ru-RU" dirty="0"/>
              <a:t>… малое время наработки на отказ, в обязательном наличии источника внешнего освещения.</a:t>
            </a:r>
          </a:p>
          <a:p>
            <a:pPr marL="0" indent="0" algn="just">
              <a:buNone/>
            </a:pPr>
            <a:r>
              <a:rPr lang="ru-RU" dirty="0"/>
              <a:t>…чёткая форма символов и знаков, в низком напряжении питания, в небольшой потребляемой мощности.</a:t>
            </a:r>
          </a:p>
          <a:p>
            <a:endParaRPr lang="ru-BY" dirty="0"/>
          </a:p>
        </p:txBody>
      </p:sp>
    </p:spTree>
    <p:extLst>
      <p:ext uri="{BB962C8B-B14F-4D97-AF65-F5344CB8AC3E}">
        <p14:creationId xmlns:p14="http://schemas.microsoft.com/office/powerpoint/2010/main" val="1419645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B51521-3C36-4EA3-A07A-41D10F262B09}"/>
              </a:ext>
            </a:extLst>
          </p:cNvPr>
          <p:cNvSpPr>
            <a:spLocks noGrp="1"/>
          </p:cNvSpPr>
          <p:nvPr>
            <p:ph type="title"/>
          </p:nvPr>
        </p:nvSpPr>
        <p:spPr>
          <a:xfrm>
            <a:off x="1141413" y="0"/>
            <a:ext cx="9905998" cy="1294228"/>
          </a:xfrm>
        </p:spPr>
        <p:txBody>
          <a:bodyPr/>
          <a:lstStyle/>
          <a:p>
            <a:pPr algn="ctr"/>
            <a:r>
              <a:rPr lang="ru-RU" dirty="0"/>
              <a:t>Жидкокристаллические панели и дисплеи</a:t>
            </a:r>
            <a:endParaRPr lang="ru-BY" dirty="0"/>
          </a:p>
        </p:txBody>
      </p:sp>
      <p:sp>
        <p:nvSpPr>
          <p:cNvPr id="3" name="Объект 2">
            <a:extLst>
              <a:ext uri="{FF2B5EF4-FFF2-40B4-BE49-F238E27FC236}">
                <a16:creationId xmlns:a16="http://schemas.microsoft.com/office/drawing/2014/main" id="{3A8B06D8-48E9-464D-AAB7-DE330C9E02A0}"/>
              </a:ext>
            </a:extLst>
          </p:cNvPr>
          <p:cNvSpPr>
            <a:spLocks noGrp="1"/>
          </p:cNvSpPr>
          <p:nvPr>
            <p:ph idx="1"/>
          </p:nvPr>
        </p:nvSpPr>
        <p:spPr>
          <a:xfrm>
            <a:off x="1141412" y="1111348"/>
            <a:ext cx="10140877" cy="5746652"/>
          </a:xfrm>
        </p:spPr>
        <p:txBody>
          <a:bodyPr>
            <a:normAutofit fontScale="62500" lnSpcReduction="20000"/>
          </a:bodyPr>
          <a:lstStyle/>
          <a:p>
            <a:pPr marL="0" indent="0" algn="just">
              <a:buNone/>
            </a:pPr>
            <a:r>
              <a:rPr lang="ru-RU" sz="2600" dirty="0"/>
              <a:t>Жидкокристаллические (LCD) дисплеи обладают таким же светоклапанным принципом действия, как и рассмотренные выше жидкокристаллические индикаторы. Они могут работать либо на отражение, либо на просвет. Жидкие кристаллы можно отнести к одному из трёх видов: </a:t>
            </a:r>
            <a:r>
              <a:rPr lang="ru-RU" sz="2600" dirty="0" err="1"/>
              <a:t>смектическим</a:t>
            </a:r>
            <a:r>
              <a:rPr lang="ru-RU" sz="2600" dirty="0"/>
              <a:t>, </a:t>
            </a:r>
            <a:r>
              <a:rPr lang="ru-RU" sz="2600" dirty="0" err="1"/>
              <a:t>нематическим</a:t>
            </a:r>
            <a:r>
              <a:rPr lang="ru-RU" sz="2600" dirty="0"/>
              <a:t> или </a:t>
            </a:r>
            <a:r>
              <a:rPr lang="ru-RU" sz="2600" dirty="0" err="1"/>
              <a:t>холестерическим</a:t>
            </a:r>
            <a:r>
              <a:rPr lang="ru-RU" sz="2600" dirty="0"/>
              <a:t>.</a:t>
            </a:r>
          </a:p>
          <a:p>
            <a:pPr algn="just"/>
            <a:r>
              <a:rPr lang="ru-RU" sz="2600" dirty="0" err="1"/>
              <a:t>Смектические</a:t>
            </a:r>
            <a:r>
              <a:rPr lang="ru-RU" sz="2600" dirty="0"/>
              <a:t> жидкие кристаллы формируют слои, в которых молекулы имеют упорядоченное положение.</a:t>
            </a:r>
          </a:p>
          <a:p>
            <a:pPr algn="just"/>
            <a:r>
              <a:rPr lang="ru-RU" sz="2600" dirty="0" err="1"/>
              <a:t>Нематические</a:t>
            </a:r>
            <a:r>
              <a:rPr lang="ru-RU" sz="2600" dirty="0"/>
              <a:t> жидкие кристаллы обладают хаотичным расположением молекул и непрозрачным для проходящего света дисплеем лишь до тех пор, пока молекулы не будут помещены в электрическое поле. </a:t>
            </a:r>
            <a:r>
              <a:rPr lang="ru-RU" sz="2600" dirty="0" err="1"/>
              <a:t>Нематические</a:t>
            </a:r>
            <a:r>
              <a:rPr lang="ru-RU" sz="2600" dirty="0"/>
              <a:t> жидкие кристаллы нашли широкое применение в одноцветных индикаторах и чёрно-белых дисплеях.</a:t>
            </a:r>
          </a:p>
          <a:p>
            <a:pPr algn="just"/>
            <a:r>
              <a:rPr lang="ru-RU" sz="2600" dirty="0" err="1"/>
              <a:t>Холестерические</a:t>
            </a:r>
            <a:r>
              <a:rPr lang="ru-RU" sz="2600" dirty="0"/>
              <a:t> жидкие кристаллы под воздействием электрического поля формируют слои, в которых молекулы смещены на один и тот же угол в пространстве. Это обстоятельство позволяет при наличии источника белого света получать цветное изображение на экране дисплея. Таким образом, в цветных жидкокристаллических дисплеях применяют </a:t>
            </a:r>
            <a:r>
              <a:rPr lang="ru-RU" sz="2600" dirty="0" err="1"/>
              <a:t>холестерические</a:t>
            </a:r>
            <a:r>
              <a:rPr lang="ru-RU" sz="2600" dirty="0"/>
              <a:t> жидкие кристаллы.</a:t>
            </a:r>
          </a:p>
          <a:p>
            <a:pPr marL="0" indent="0" algn="just">
              <a:buNone/>
            </a:pPr>
            <a:r>
              <a:rPr lang="ru-RU" sz="2600" dirty="0"/>
              <a:t>По причине того, что жидкие кристаллы не генерируют фотоны, для регистрации изображения необходим внешний источник освещения. Его располагают либо за жидкокристаллическим дисплеем, либо перед ним, и тогда обычно можно полагать, что он работает на просвет, либо сбоку дисплея, и в этом случае иногда допустимо считать, что дисплей работает на отражение. Если по конструктивным соображениям источник света размещён сбоку от дисплея, то благодаря системе зеркал излучение попадает на его рабочую зону.</a:t>
            </a:r>
          </a:p>
          <a:p>
            <a:endParaRPr lang="ru-BY" dirty="0"/>
          </a:p>
        </p:txBody>
      </p:sp>
    </p:spTree>
    <p:extLst>
      <p:ext uri="{BB962C8B-B14F-4D97-AF65-F5344CB8AC3E}">
        <p14:creationId xmlns:p14="http://schemas.microsoft.com/office/powerpoint/2010/main" val="2752668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70A7BF12-07D6-4B5E-9BA7-937A1955EC76}"/>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037843" y="657539"/>
            <a:ext cx="10455461" cy="5307163"/>
          </a:xfrm>
          <a:prstGeom prst="rect">
            <a:avLst/>
          </a:prstGeom>
        </p:spPr>
      </p:pic>
    </p:spTree>
    <p:extLst>
      <p:ext uri="{BB962C8B-B14F-4D97-AF65-F5344CB8AC3E}">
        <p14:creationId xmlns:p14="http://schemas.microsoft.com/office/powerpoint/2010/main" val="3378566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D40D678A-2A1B-490A-83FC-120353554C8A}"/>
              </a:ext>
            </a:extLst>
          </p:cNvPr>
          <p:cNvSpPr>
            <a:spLocks noGrp="1"/>
          </p:cNvSpPr>
          <p:nvPr>
            <p:ph type="title"/>
          </p:nvPr>
        </p:nvSpPr>
        <p:spPr>
          <a:xfrm>
            <a:off x="1141413" y="0"/>
            <a:ext cx="9905998" cy="1066800"/>
          </a:xfrm>
        </p:spPr>
        <p:txBody>
          <a:bodyPr/>
          <a:lstStyle/>
          <a:p>
            <a:pPr algn="ctr"/>
            <a:r>
              <a:rPr lang="ru-RU" dirty="0"/>
              <a:t>Плазменные дисплеи </a:t>
            </a:r>
            <a:endParaRPr lang="ru-BY" dirty="0"/>
          </a:p>
        </p:txBody>
      </p:sp>
      <p:sp>
        <p:nvSpPr>
          <p:cNvPr id="5" name="Объект 4">
            <a:extLst>
              <a:ext uri="{FF2B5EF4-FFF2-40B4-BE49-F238E27FC236}">
                <a16:creationId xmlns:a16="http://schemas.microsoft.com/office/drawing/2014/main" id="{A4B1B8FB-20EE-4672-8E81-1A464DD3FACF}"/>
              </a:ext>
            </a:extLst>
          </p:cNvPr>
          <p:cNvSpPr>
            <a:spLocks noGrp="1"/>
          </p:cNvSpPr>
          <p:nvPr>
            <p:ph sz="half" idx="1"/>
          </p:nvPr>
        </p:nvSpPr>
        <p:spPr>
          <a:xfrm>
            <a:off x="844062" y="829994"/>
            <a:ext cx="5175737" cy="5824024"/>
          </a:xfrm>
        </p:spPr>
        <p:txBody>
          <a:bodyPr>
            <a:normAutofit fontScale="70000" lnSpcReduction="20000"/>
          </a:bodyPr>
          <a:lstStyle/>
          <a:p>
            <a:pPr marL="0" indent="0" algn="just">
              <a:buNone/>
            </a:pPr>
            <a:r>
              <a:rPr lang="ru-RU" dirty="0"/>
              <a:t>Плазменная панель, или газоразрядный экран – это популярная разновидность монитора, изображение на котором создается благодаря свечению специального люминофора под воздействием ультрафиолета, возникающего при контролируемом электрическом разряде.</a:t>
            </a:r>
          </a:p>
          <a:p>
            <a:pPr marL="0" indent="0" algn="just">
              <a:buNone/>
            </a:pPr>
            <a:r>
              <a:rPr lang="ru-RU" dirty="0"/>
              <a:t>Сердцем панелей является матрица, состоящая из множества газонаполненных ячеек, которые располагаются посередине двух стеклянных пластин с прозрачными электродами (шинами), служащими для контроля работы подсветки. Шины имеются на передней и задней стеклянной пластине. Передающийся по передним электродам разряд через газ проходит на принимающую шину на задней пластине. Он подается разрознено по электродам, расположенным горизонтальными рядами и столбцами. В зависимости от подаваемого разряда осуществляются различные способы свечения газа в каждой ячейке.</a:t>
            </a:r>
          </a:p>
          <a:p>
            <a:endParaRPr lang="ru-BY" dirty="0"/>
          </a:p>
        </p:txBody>
      </p:sp>
      <p:pic>
        <p:nvPicPr>
          <p:cNvPr id="7" name="Объект 6">
            <a:extLst>
              <a:ext uri="{FF2B5EF4-FFF2-40B4-BE49-F238E27FC236}">
                <a16:creationId xmlns:a16="http://schemas.microsoft.com/office/drawing/2014/main" id="{5F1DC8FE-B28D-4159-B4FF-A9979C192CA2}"/>
              </a:ext>
            </a:extLst>
          </p:cNvPr>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19799" y="1589154"/>
            <a:ext cx="6050281" cy="3679691"/>
          </a:xfrm>
          <a:prstGeom prst="rect">
            <a:avLst/>
          </a:prstGeom>
          <a:noFill/>
          <a:ln>
            <a:noFill/>
          </a:ln>
        </p:spPr>
      </p:pic>
    </p:spTree>
    <p:extLst>
      <p:ext uri="{BB962C8B-B14F-4D97-AF65-F5344CB8AC3E}">
        <p14:creationId xmlns:p14="http://schemas.microsoft.com/office/powerpoint/2010/main" val="2631578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37EC91C-667E-4F5E-A4E5-00FA845423DC}"/>
              </a:ext>
            </a:extLst>
          </p:cNvPr>
          <p:cNvSpPr>
            <a:spLocks noGrp="1"/>
          </p:cNvSpPr>
          <p:nvPr>
            <p:ph idx="1"/>
          </p:nvPr>
        </p:nvSpPr>
        <p:spPr>
          <a:xfrm>
            <a:off x="1125414" y="0"/>
            <a:ext cx="10297551" cy="6858000"/>
          </a:xfrm>
        </p:spPr>
        <p:txBody>
          <a:bodyPr>
            <a:normAutofit fontScale="25000" lnSpcReduction="20000"/>
          </a:bodyPr>
          <a:lstStyle/>
          <a:p>
            <a:pPr algn="just"/>
            <a:r>
              <a:rPr lang="ru-RU" sz="5600" dirty="0"/>
              <a:t>К явным достоинствам использования плазменной панели можно отнести:</a:t>
            </a:r>
          </a:p>
          <a:p>
            <a:pPr marL="0" indent="0" algn="just">
              <a:buNone/>
            </a:pPr>
            <a:r>
              <a:rPr lang="ru-RU" sz="5600" dirty="0"/>
              <a:t>- Контрастное изображение.</a:t>
            </a:r>
          </a:p>
          <a:p>
            <a:pPr marL="0" indent="0" algn="just">
              <a:buNone/>
            </a:pPr>
            <a:r>
              <a:rPr lang="ru-RU" sz="5600" dirty="0"/>
              <a:t>- Глубокие цвета.</a:t>
            </a:r>
          </a:p>
          <a:p>
            <a:pPr marL="0" indent="0" algn="just">
              <a:buNone/>
            </a:pPr>
            <a:r>
              <a:rPr lang="ru-RU" sz="5600" dirty="0"/>
              <a:t>- Равномерная передача черного и белого.</a:t>
            </a:r>
          </a:p>
          <a:p>
            <a:pPr marL="0" indent="0" algn="just">
              <a:buNone/>
            </a:pPr>
            <a:r>
              <a:rPr lang="ru-RU" sz="5600" dirty="0"/>
              <a:t>- Продолжительный ресурс работы.</a:t>
            </a:r>
          </a:p>
          <a:p>
            <a:pPr marL="0" indent="0" algn="just">
              <a:buNone/>
            </a:pPr>
            <a:r>
              <a:rPr lang="ru-RU" sz="5600" dirty="0"/>
              <a:t>Фактически, если обеспечить плазменный монитор нормальными условиями, то он может прослужить до 30 лет. При эксплуатации без скачков напряжения, экран работает без каких-либо осложнений. В связи с этим его покупка является более выгодной в сравнении с ЖК монитором, ресурс которого составляет всего 10 лет.</a:t>
            </a:r>
          </a:p>
          <a:p>
            <a:pPr algn="just"/>
            <a:r>
              <a:rPr lang="ru-RU" sz="5600" dirty="0"/>
              <a:t>К недостаткам, которыми обладает плазменная панель, можно отнести:</a:t>
            </a:r>
          </a:p>
          <a:p>
            <a:pPr marL="0" indent="0" algn="just">
              <a:buNone/>
            </a:pPr>
            <a:r>
              <a:rPr lang="ru-RU" sz="5600" dirty="0"/>
              <a:t>- Высокое потребление энергии.</a:t>
            </a:r>
          </a:p>
          <a:p>
            <a:pPr marL="0" indent="0" algn="just">
              <a:buNone/>
            </a:pPr>
            <a:r>
              <a:rPr lang="ru-RU" sz="5600" dirty="0"/>
              <a:t>- Крупные пиксели.</a:t>
            </a:r>
          </a:p>
          <a:p>
            <a:pPr marL="0" indent="0" algn="just">
              <a:buNone/>
            </a:pPr>
            <a:r>
              <a:rPr lang="ru-RU" sz="5600" dirty="0"/>
              <a:t>- Наличие эффекта памяти.</a:t>
            </a:r>
          </a:p>
          <a:p>
            <a:pPr marL="0" indent="0" algn="just">
              <a:buNone/>
            </a:pPr>
            <a:r>
              <a:rPr lang="ru-RU" sz="5600" dirty="0"/>
              <a:t>Что касается высокого потребления электричества, то это весьма условно. Если проводить сравнивание с главным конкурентом, а именно ЖК-дисплеем, то плазмы действительно сжигают больше. Фактически при регулярном просмотре телевизора счета за электроэнергию будут вполне приемлемыми. Более весомым недостатком являются крупные пиксели. Если сидеть возле экрана слишком близко, то картинка будет состоять из довольно крупных заметных глазу кубиков. Данная проблема решается весьма легко – нужно выбирать экран побольше, и просматривать фильмы сидя от него подальше.</a:t>
            </a:r>
          </a:p>
          <a:p>
            <a:pPr marL="0" indent="0" algn="just">
              <a:buNone/>
            </a:pPr>
            <a:r>
              <a:rPr lang="ru-RU" sz="5600" dirty="0"/>
              <a:t>Гораздо большим недостатком является эффект памяти, которым обладает панель. Дело в том, что наблюдается выгорание точек экрана при постоянном просмотре неподвижного изображения. Такое можно увидеть при частом просмотре одного телеканала. На телевидении осуществляется трансляция подвижного видео с наличием неподвижного логотипа в правом верхнем углу. Если не переключать каналы, то со временем происходит перегрев люминофора в отдельных ячейках, в результате наблюдается его испарение. Как следствие, такие зоны становятся менее яркими. В дальнейшем переключив канал можно увидеть потемнение по контуру логотипа, который часто просматривался.</a:t>
            </a:r>
          </a:p>
          <a:p>
            <a:endParaRPr lang="ru-BY" dirty="0"/>
          </a:p>
        </p:txBody>
      </p:sp>
    </p:spTree>
    <p:extLst>
      <p:ext uri="{BB962C8B-B14F-4D97-AF65-F5344CB8AC3E}">
        <p14:creationId xmlns:p14="http://schemas.microsoft.com/office/powerpoint/2010/main" val="15699200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Контур">
  <a:themeElements>
    <a:clrScheme name="Контур">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Контур">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Контур">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TM04033919[[fn=Контур]]</Template>
  <TotalTime>156</TotalTime>
  <Words>3395</Words>
  <Application>Microsoft Office PowerPoint</Application>
  <PresentationFormat>Широкоэкранный</PresentationFormat>
  <Paragraphs>146</Paragraphs>
  <Slides>37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37</vt:i4>
      </vt:variant>
    </vt:vector>
  </HeadingPairs>
  <TitlesOfParts>
    <vt:vector size="41" baseType="lpstr">
      <vt:lpstr>Arial</vt:lpstr>
      <vt:lpstr>Times New Roman</vt:lpstr>
      <vt:lpstr>Tw Cen MT</vt:lpstr>
      <vt:lpstr>Контур</vt:lpstr>
      <vt:lpstr>Лекция по теме:  Устройства считывания и отображения информации</vt:lpstr>
      <vt:lpstr>Введение</vt:lpstr>
      <vt:lpstr>В состав стандартных микропериферийных устройств могут входить:</vt:lpstr>
      <vt:lpstr>Дайте правильный ответ на вопрос</vt:lpstr>
      <vt:lpstr>Презентация PowerPoint</vt:lpstr>
      <vt:lpstr>Презентация PowerPoint</vt:lpstr>
      <vt:lpstr>Вставьте пропущенное слово</vt:lpstr>
      <vt:lpstr>Устройства считывания информации</vt:lpstr>
      <vt:lpstr>Презентация PowerPoint</vt:lpstr>
      <vt:lpstr>Соотнесите устройства ввода и их классификацию</vt:lpstr>
      <vt:lpstr>Классификация устройств считывания информации  </vt:lpstr>
      <vt:lpstr>Магнитное считывающее устройство</vt:lpstr>
      <vt:lpstr>Принцип работы магнитного считывающего устройства</vt:lpstr>
      <vt:lpstr>Использование магнитных считывающих устройств в повседневной жизни</vt:lpstr>
      <vt:lpstr>Дополните предложения недостающими словами</vt:lpstr>
      <vt:lpstr>Контактное считывающее устройство</vt:lpstr>
      <vt:lpstr>Использование контактных считывающих устройств в повседневной жизни</vt:lpstr>
      <vt:lpstr>Дополните предложение недостающими словами</vt:lpstr>
      <vt:lpstr>Фотосчитывающее устройство</vt:lpstr>
      <vt:lpstr>Использование фотосчитывающих устройств</vt:lpstr>
      <vt:lpstr>Дополните предложение недостающими словами</vt:lpstr>
      <vt:lpstr>Устройства отображение информации</vt:lpstr>
      <vt:lpstr>Классификация</vt:lpstr>
      <vt:lpstr>Состав средств отображения информации чрезвычайно многообразен </vt:lpstr>
      <vt:lpstr>Презентация PowerPoint</vt:lpstr>
      <vt:lpstr>Рассмотрим более подробно некоторые из устройств отображения информации</vt:lpstr>
      <vt:lpstr>Соотнесите названия индикаторов и определения</vt:lpstr>
      <vt:lpstr>Электронно-лучевая трубка</vt:lpstr>
      <vt:lpstr>Презентация PowerPoint</vt:lpstr>
      <vt:lpstr>Светодиодные индикаторы</vt:lpstr>
      <vt:lpstr>Жидкокристаллические индикаторы</vt:lpstr>
      <vt:lpstr>Презентация PowerPoint</vt:lpstr>
      <vt:lpstr>Соотнесите достоинства и недостатки светодиодных и жидкокристаллических индикаторов.</vt:lpstr>
      <vt:lpstr>Жидкокристаллические панели и дисплеи</vt:lpstr>
      <vt:lpstr>Презентация PowerPoint</vt:lpstr>
      <vt:lpstr>Плазменные дисплеи </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Могилёв|S| Могилёв|S|</dc:creator>
  <cp:lastModifiedBy>Могилёв|S| Могилёв|S|</cp:lastModifiedBy>
  <cp:revision>14</cp:revision>
  <dcterms:created xsi:type="dcterms:W3CDTF">2021-04-14T19:34:42Z</dcterms:created>
  <dcterms:modified xsi:type="dcterms:W3CDTF">2021-04-14T22:10:45Z</dcterms:modified>
</cp:coreProperties>
</file>